
<file path=[Content_Types].xml><?xml version="1.0" encoding="utf-8"?>
<Types xmlns="http://schemas.openxmlformats.org/package/2006/content-types">
  <Default Extension="bin" ContentType="application/vnd.openxmlformats-officedocument.oleObject"/>
  <Default Extension="png" ContentType="image/png"/>
  <Default Extension="emf" ContentType="image/x-emf"/>
  <Default Extension="jpeg" ContentType="image/jpeg"/>
  <Default Extension="rels" ContentType="application/vnd.openxmlformats-package.relationships+xml"/>
  <Default Extension="xml" ContentType="application/xml"/>
  <Default Extension="vml" ContentType="application/vnd.openxmlformats-officedocument.vmlDrawing"/>
  <Default Extension="tiff" ContentType="image/tiff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saveSubsetFonts="1" autoCompressPictures="0">
  <p:sldMasterIdLst>
    <p:sldMasterId id="2147483648" r:id="rId1"/>
  </p:sldMasterIdLst>
  <p:notesMasterIdLst>
    <p:notesMasterId r:id="rId19"/>
  </p:notesMasterIdLst>
  <p:handoutMasterIdLst>
    <p:handoutMasterId r:id="rId20"/>
  </p:handoutMasterIdLst>
  <p:sldIdLst>
    <p:sldId id="480" r:id="rId2"/>
    <p:sldId id="505" r:id="rId3"/>
    <p:sldId id="506" r:id="rId4"/>
    <p:sldId id="507" r:id="rId5"/>
    <p:sldId id="509" r:id="rId6"/>
    <p:sldId id="510" r:id="rId7"/>
    <p:sldId id="511" r:id="rId8"/>
    <p:sldId id="512" r:id="rId9"/>
    <p:sldId id="513" r:id="rId10"/>
    <p:sldId id="514" r:id="rId11"/>
    <p:sldId id="518" r:id="rId12"/>
    <p:sldId id="515" r:id="rId13"/>
    <p:sldId id="516" r:id="rId14"/>
    <p:sldId id="517" r:id="rId15"/>
    <p:sldId id="519" r:id="rId16"/>
    <p:sldId id="504" r:id="rId17"/>
    <p:sldId id="434" r:id="rId18"/>
  </p:sldIdLst>
  <p:sldSz cx="9144000" cy="6858000" type="screen4x3"/>
  <p:notesSz cx="7099300" cy="10234613"/>
  <p:kinsoku lang="ja-JP" invalStChars="、。，．・：；？！゛゜ヽヾゝゞ々ー’”）〕］｝〉》」』】°‰′″℃￠％ぁぃぅぇぉっゃゅょゎァィゥェォッャュョヮヵヶ!%),.:;?]}｡｣､･ｧｨｩｪｫｬｭｮｯｰﾞﾟ" invalEndChars="‘“（〔［｛〈《「『【￥＄$([\{｢￡"/>
  <p:defaultTextStyle>
    <a:defPPr>
      <a:defRPr lang="es-ES_tradnl"/>
    </a:defPPr>
    <a:lvl1pPr algn="l" rtl="0" eaLnBrk="0" fontAlgn="base" hangingPunct="0">
      <a:spcBef>
        <a:spcPct val="0"/>
      </a:spcBef>
      <a:spcAft>
        <a:spcPct val="0"/>
      </a:spcAft>
      <a:defRPr sz="1200" kern="1200">
        <a:solidFill>
          <a:schemeClr val="tx1"/>
        </a:solidFill>
        <a:latin typeface="Arial" charset="0"/>
        <a:ea typeface="ＭＳ Ｐゴシック" charset="0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sz="1200" kern="1200">
        <a:solidFill>
          <a:schemeClr val="tx1"/>
        </a:solidFill>
        <a:latin typeface="Arial" charset="0"/>
        <a:ea typeface="ＭＳ Ｐゴシック" charset="0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sz="1200" kern="1200">
        <a:solidFill>
          <a:schemeClr val="tx1"/>
        </a:solidFill>
        <a:latin typeface="Arial" charset="0"/>
        <a:ea typeface="ＭＳ Ｐゴシック" charset="0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sz="1200" kern="1200">
        <a:solidFill>
          <a:schemeClr val="tx1"/>
        </a:solidFill>
        <a:latin typeface="Arial" charset="0"/>
        <a:ea typeface="ＭＳ Ｐゴシック" charset="0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sz="1200" kern="1200">
        <a:solidFill>
          <a:schemeClr val="tx1"/>
        </a:solidFill>
        <a:latin typeface="Arial" charset="0"/>
        <a:ea typeface="ＭＳ Ｐゴシック" charset="0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Arial" charset="0"/>
        <a:ea typeface="ＭＳ Ｐゴシック" charset="0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Arial" charset="0"/>
        <a:ea typeface="ＭＳ Ｐゴシック" charset="0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Arial" charset="0"/>
        <a:ea typeface="ＭＳ Ｐゴシック" charset="0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Arial" charset="0"/>
        <a:ea typeface="ＭＳ Ｐゴシック" charset="0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1488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224">
          <p15:clr>
            <a:srgbClr val="A4A3A4"/>
          </p15:clr>
        </p15:guide>
        <p15:guide id="2" pos="2236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schemeClr val="tx1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clrMru>
    <a:srgbClr val="006666"/>
    <a:srgbClr val="0033CC"/>
    <a:srgbClr val="FF9966"/>
    <a:srgbClr val="3366CC"/>
    <a:srgbClr val="0066CC"/>
    <a:srgbClr val="33CCFF"/>
    <a:srgbClr val="66CCFF"/>
    <a:srgbClr val="0099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9358" autoAdjust="0"/>
    <p:restoredTop sz="76327" autoAdjust="0"/>
  </p:normalViewPr>
  <p:slideViewPr>
    <p:cSldViewPr>
      <p:cViewPr>
        <p:scale>
          <a:sx n="102" d="100"/>
          <a:sy n="102" d="100"/>
        </p:scale>
        <p:origin x="2768" y="800"/>
      </p:cViewPr>
      <p:guideLst>
        <p:guide orient="horz" pos="2160"/>
        <p:guide pos="1488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>
      <p:cViewPr varScale="1">
        <p:scale>
          <a:sx n="54" d="100"/>
          <a:sy n="54" d="100"/>
        </p:scale>
        <p:origin x="-1818" y="-78"/>
      </p:cViewPr>
      <p:guideLst>
        <p:guide orient="horz" pos="3224"/>
        <p:guide pos="2236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handoutMaster" Target="handoutMasters/handout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emf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08105238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49325" y="4892675"/>
            <a:ext cx="5200650" cy="42656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 vert="horz" wrap="square" lIns="90663" tIns="44536" rIns="90663" bIns="44536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s-ES_tradnl"/>
              <a:t>Haga clic para editar el estilo del texto del patrón</a:t>
            </a:r>
          </a:p>
          <a:p>
            <a:pPr lvl="1"/>
            <a:r>
              <a:rPr lang="es-ES_tradnl"/>
              <a:t>Segundo nivel</a:t>
            </a:r>
          </a:p>
          <a:p>
            <a:pPr lvl="2"/>
            <a:r>
              <a:rPr lang="es-ES_tradnl"/>
              <a:t>Tercer nivel</a:t>
            </a:r>
          </a:p>
          <a:p>
            <a:pPr lvl="3"/>
            <a:r>
              <a:rPr lang="es-ES_tradnl"/>
              <a:t>Cuarto nivel</a:t>
            </a:r>
          </a:p>
          <a:p>
            <a:pPr lvl="4"/>
            <a:r>
              <a:rPr lang="es-ES_tradnl"/>
              <a:t>Quinto nivel</a:t>
            </a:r>
          </a:p>
        </p:txBody>
      </p:sp>
      <p:sp>
        <p:nvSpPr>
          <p:cNvPr id="2051" name="Rectangle 3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65225" y="898525"/>
            <a:ext cx="4767263" cy="3575050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</p:sp>
    </p:spTree>
    <p:extLst>
      <p:ext uri="{BB962C8B-B14F-4D97-AF65-F5344CB8AC3E}">
        <p14:creationId xmlns:p14="http://schemas.microsoft.com/office/powerpoint/2010/main" val="4018583731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defTabSz="7620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charset="0"/>
        <a:ea typeface="ＭＳ Ｐゴシック" charset="0"/>
        <a:cs typeface="+mn-cs"/>
      </a:defRPr>
    </a:lvl1pPr>
    <a:lvl2pPr marL="457200" algn="l" defTabSz="7620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charset="0"/>
        <a:ea typeface="ＭＳ Ｐゴシック" charset="0"/>
        <a:cs typeface="+mn-cs"/>
      </a:defRPr>
    </a:lvl2pPr>
    <a:lvl3pPr marL="914400" algn="l" defTabSz="7620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charset="0"/>
        <a:ea typeface="ＭＳ Ｐゴシック" charset="0"/>
        <a:cs typeface="+mn-cs"/>
      </a:defRPr>
    </a:lvl3pPr>
    <a:lvl4pPr marL="1371600" algn="l" defTabSz="7620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charset="0"/>
        <a:ea typeface="ＭＳ Ｐゴシック" charset="0"/>
        <a:cs typeface="+mn-cs"/>
      </a:defRPr>
    </a:lvl4pPr>
    <a:lvl5pPr marL="1828800" algn="l" defTabSz="7620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charset="0"/>
        <a:ea typeface="ＭＳ Ｐゴシック" charset="0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573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  <a:extLst>
            <a:ext uri="{FAA26D3D-D897-4be2-8F04-BA451C77F1D7}">
              <ma14:placeholderFlag xmlns:ma14="http://schemas.microsoft.com/office/mac/drawingml/2011/main" xmlns="" val="1"/>
            </a:ext>
          </a:extLst>
        </p:spPr>
      </p:sp>
      <p:sp>
        <p:nvSpPr>
          <p:cNvPr id="58573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28783996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462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  <a:extLst>
            <a:ext uri="{FAA26D3D-D897-4be2-8F04-BA451C77F1D7}">
              <ma14:placeholderFlag xmlns:ma14="http://schemas.microsoft.com/office/mac/drawingml/2011/main" xmlns="" val="1"/>
            </a:ext>
          </a:extLst>
        </p:spPr>
      </p:sp>
      <p:sp>
        <p:nvSpPr>
          <p:cNvPr id="143462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ca-E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png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3522" name="Rectangle 3074"/>
          <p:cNvSpPr>
            <a:spLocks noGrp="1" noChangeArrowheads="1"/>
          </p:cNvSpPr>
          <p:nvPr>
            <p:ph type="ctrTitle"/>
          </p:nvPr>
        </p:nvSpPr>
        <p:spPr>
          <a:xfrm>
            <a:off x="685800" y="1052513"/>
            <a:ext cx="7772400" cy="11430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GB" noProof="0"/>
              <a:t>Haga clic para modificar el estilo de título del patrón</a:t>
            </a:r>
          </a:p>
        </p:txBody>
      </p:sp>
      <p:sp>
        <p:nvSpPr>
          <p:cNvPr id="363523" name="Rectangle 3075"/>
          <p:cNvSpPr>
            <a:spLocks noGrp="1" noChangeArrowheads="1"/>
          </p:cNvSpPr>
          <p:nvPr>
            <p:ph type="subTitle" idx="1"/>
          </p:nvPr>
        </p:nvSpPr>
        <p:spPr>
          <a:xfrm>
            <a:off x="1371600" y="2565400"/>
            <a:ext cx="6400800" cy="1008063"/>
          </a:xfrm>
        </p:spPr>
        <p:txBody>
          <a:bodyPr/>
          <a:lstStyle>
            <a:lvl1pPr marL="0" indent="0" algn="ctr">
              <a:buFont typeface="Wingdings" charset="0"/>
              <a:buNone/>
              <a:defRPr/>
            </a:lvl1pPr>
          </a:lstStyle>
          <a:p>
            <a:pPr lvl="0"/>
            <a:r>
              <a:rPr lang="en-GB" noProof="0"/>
              <a:t>Haga clic para modificar el estilo de subtítulo del patrón</a:t>
            </a:r>
          </a:p>
        </p:txBody>
      </p:sp>
      <p:sp>
        <p:nvSpPr>
          <p:cNvPr id="363531" name="Text Box 3083"/>
          <p:cNvSpPr txBox="1">
            <a:spLocks noChangeArrowheads="1"/>
          </p:cNvSpPr>
          <p:nvPr/>
        </p:nvSpPr>
        <p:spPr bwMode="auto">
          <a:xfrm>
            <a:off x="3559175" y="5356225"/>
            <a:ext cx="2093913" cy="30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defTabSz="76200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1pPr>
            <a:lvl2pPr marL="571500" defTabSz="76200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2pPr>
            <a:lvl3pPr marL="1143000" defTabSz="76200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3pPr>
            <a:lvl4pPr marL="1714500" defTabSz="76200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4pPr>
            <a:lvl5pPr marL="2286000" defTabSz="76200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5pPr>
            <a:lvl6pPr marL="2743200" defTabSz="7620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6pPr>
            <a:lvl7pPr marL="3200400" defTabSz="7620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7pPr>
            <a:lvl8pPr marL="3657600" defTabSz="7620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8pPr>
            <a:lvl9pPr marL="4114800" defTabSz="7620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9pPr>
          </a:lstStyle>
          <a:p>
            <a:pPr algn="ctr"/>
            <a:r>
              <a:rPr lang="es-ES_tradnl" sz="1400" b="1">
                <a:solidFill>
                  <a:srgbClr val="3366CC"/>
                </a:solidFill>
                <a:latin typeface="Arial" charset="0"/>
              </a:rPr>
              <a:t>https://kemlg.upc.edu</a:t>
            </a:r>
            <a:endParaRPr lang="es-ES_tradnl" sz="1600" b="1">
              <a:solidFill>
                <a:srgbClr val="3366CC"/>
              </a:solidFill>
              <a:latin typeface="Arial" charset="0"/>
            </a:endParaRPr>
          </a:p>
        </p:txBody>
      </p:sp>
      <p:sp>
        <p:nvSpPr>
          <p:cNvPr id="363533" name="Rectangle 3085"/>
          <p:cNvSpPr>
            <a:spLocks noChangeArrowheads="1"/>
          </p:cNvSpPr>
          <p:nvPr/>
        </p:nvSpPr>
        <p:spPr bwMode="auto">
          <a:xfrm>
            <a:off x="76200" y="1588"/>
            <a:ext cx="457200" cy="6870700"/>
          </a:xfrm>
          <a:prstGeom prst="rect">
            <a:avLst/>
          </a:prstGeom>
          <a:gradFill rotWithShape="0">
            <a:gsLst>
              <a:gs pos="0">
                <a:srgbClr val="10668C">
                  <a:gamma/>
                  <a:tint val="44314"/>
                  <a:invGamma/>
                </a:srgbClr>
              </a:gs>
              <a:gs pos="100000">
                <a:srgbClr val="10668C"/>
              </a:gs>
            </a:gsLst>
            <a:lin ang="54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s-ES"/>
          </a:p>
        </p:txBody>
      </p:sp>
      <p:sp>
        <p:nvSpPr>
          <p:cNvPr id="363534" name="Rectangle 3086"/>
          <p:cNvSpPr>
            <a:spLocks noChangeArrowheads="1"/>
          </p:cNvSpPr>
          <p:nvPr/>
        </p:nvSpPr>
        <p:spPr bwMode="auto">
          <a:xfrm>
            <a:off x="0" y="1588"/>
            <a:ext cx="457200" cy="6870700"/>
          </a:xfrm>
          <a:prstGeom prst="rect">
            <a:avLst/>
          </a:prstGeom>
          <a:gradFill rotWithShape="0">
            <a:gsLst>
              <a:gs pos="0">
                <a:srgbClr val="1482B4">
                  <a:gamma/>
                  <a:tint val="33333"/>
                  <a:invGamma/>
                </a:srgbClr>
              </a:gs>
              <a:gs pos="100000">
                <a:srgbClr val="1482B4"/>
              </a:gs>
            </a:gsLst>
            <a:lin ang="54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s-ES"/>
          </a:p>
        </p:txBody>
      </p:sp>
      <p:sp>
        <p:nvSpPr>
          <p:cNvPr id="363535" name="Text Box 3087"/>
          <p:cNvSpPr txBox="1">
            <a:spLocks noChangeArrowheads="1"/>
          </p:cNvSpPr>
          <p:nvPr/>
        </p:nvSpPr>
        <p:spPr bwMode="auto">
          <a:xfrm rot="-5400000">
            <a:off x="-3241675" y="3251786"/>
            <a:ext cx="6848475" cy="3385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gradFill rotWithShape="0">
                  <a:gsLst>
                    <a:gs pos="0">
                      <a:schemeClr val="accent1">
                        <a:gamma/>
                        <a:tint val="50980"/>
                        <a:invGamma/>
                      </a:schemeClr>
                    </a:gs>
                    <a:gs pos="100000">
                      <a:schemeClr val="accent1"/>
                    </a:gs>
                  </a:gsLst>
                  <a:lin ang="5400000" scaled="1"/>
                </a:gra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defTabSz="76200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1pPr>
            <a:lvl2pPr marL="571500" defTabSz="76200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2pPr>
            <a:lvl3pPr marL="1143000" defTabSz="76200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3pPr>
            <a:lvl4pPr marL="1714500" defTabSz="76200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4pPr>
            <a:lvl5pPr marL="2286000" defTabSz="76200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5pPr>
            <a:lvl6pPr marL="2743200" defTabSz="7620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6pPr>
            <a:lvl7pPr marL="3200400" defTabSz="7620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7pPr>
            <a:lvl8pPr marL="3657600" defTabSz="7620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8pPr>
            <a:lvl9pPr marL="4114800" defTabSz="7620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9pPr>
          </a:lstStyle>
          <a:p>
            <a:r>
              <a:rPr lang="ca-ES" sz="1600" b="1" dirty="0" err="1">
                <a:solidFill>
                  <a:srgbClr val="003366"/>
                </a:solidFill>
                <a:effectLst>
                  <a:outerShdw blurRad="38100" dist="38100" dir="2700000" algn="tl">
                    <a:srgbClr val="DDDDDD"/>
                  </a:outerShdw>
                </a:effectLst>
                <a:latin typeface="Arial" charset="0"/>
              </a:rPr>
              <a:t>Prometheus</a:t>
            </a:r>
            <a:endParaRPr lang="ca-ES" sz="2600" b="1" dirty="0">
              <a:solidFill>
                <a:srgbClr val="B2B2B2"/>
              </a:solidFill>
              <a:latin typeface="Arial" charset="0"/>
            </a:endParaRPr>
          </a:p>
        </p:txBody>
      </p:sp>
      <p:pic>
        <p:nvPicPr>
          <p:cNvPr id="363541" name="Picture 62" descr="foto_recerca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49650" y="5767388"/>
            <a:ext cx="5594350" cy="1089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63542" name="Picture 6" descr="D:\downloads\DropBox\My Dropbox\Logo KEMLG.jpg"/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7088" y="5721350"/>
            <a:ext cx="2559050" cy="876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63543" name="Picture 14"/>
          <p:cNvPicPr>
            <a:picLocks noChangeAspect="1" noChangeArrowheads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0225" y="6681788"/>
            <a:ext cx="3024188" cy="198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 spd="slow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/>
              <a:t>Clic para editar título</a:t>
            </a:r>
            <a:endParaRPr lang="es-ES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_tradnl" dirty="0"/>
              <a:t>Haga clic para modificar el estilo de texto del patrón</a:t>
            </a:r>
          </a:p>
          <a:p>
            <a:pPr lvl="1"/>
            <a:r>
              <a:rPr lang="es-ES_tradnl" dirty="0"/>
              <a:t>Segundo nivel</a:t>
            </a:r>
          </a:p>
          <a:p>
            <a:pPr lvl="2"/>
            <a:r>
              <a:rPr lang="es-ES_tradnl" dirty="0"/>
              <a:t>Tercer nivel</a:t>
            </a:r>
          </a:p>
          <a:p>
            <a:pPr lvl="3"/>
            <a:r>
              <a:rPr lang="es-ES_tradnl" dirty="0"/>
              <a:t>Cuarto nivel</a:t>
            </a:r>
          </a:p>
          <a:p>
            <a:pPr lvl="4"/>
            <a:r>
              <a:rPr lang="es-ES_tradnl" dirty="0"/>
              <a:t>Quinto nivel</a:t>
            </a:r>
            <a:endParaRPr lang="es-ES" dirty="0"/>
          </a:p>
        </p:txBody>
      </p:sp>
      <p:sp>
        <p:nvSpPr>
          <p:cNvPr id="5" name="Marcador de número de diapositiva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39A92189-4A1C-DB4D-A308-1760EA4C79C7}" type="slidenum">
              <a:rPr lang="en-GB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635251752"/>
      </p:ext>
    </p:extLst>
  </p:cSld>
  <p:clrMapOvr>
    <a:masterClrMapping/>
  </p:clrMapOvr>
  <p:transition spd="slow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s-ES_tradnl"/>
              <a:t>Clic para editar título</a:t>
            </a:r>
            <a:endParaRPr lang="es-ES"/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s-ES_tradnl"/>
              <a:t>Haga clic para modificar el estilo de texto del patrón</a:t>
            </a:r>
          </a:p>
        </p:txBody>
      </p:sp>
      <p:sp>
        <p:nvSpPr>
          <p:cNvPr id="5" name="Marcador de número de diapositiva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578ECFFE-D909-A54B-9E36-5B28267DFB3D}" type="slidenum">
              <a:rPr lang="en-GB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42294090"/>
      </p:ext>
    </p:extLst>
  </p:cSld>
  <p:clrMapOvr>
    <a:masterClrMapping/>
  </p:clrMapOvr>
  <p:transition spd="slow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/>
              <a:t>Clic para editar título</a:t>
            </a:r>
            <a:endParaRPr lang="es-ES"/>
          </a:p>
        </p:txBody>
      </p:sp>
      <p:sp>
        <p:nvSpPr>
          <p:cNvPr id="3" name="Marcador de contenido 2"/>
          <p:cNvSpPr>
            <a:spLocks noGrp="1"/>
          </p:cNvSpPr>
          <p:nvPr>
            <p:ph sz="half" idx="1"/>
          </p:nvPr>
        </p:nvSpPr>
        <p:spPr>
          <a:xfrm>
            <a:off x="914400" y="1828800"/>
            <a:ext cx="3733800" cy="45720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s-ES_tradnl"/>
              <a:t>Haga clic para modificar el estilo de texto del patrón</a:t>
            </a:r>
          </a:p>
          <a:p>
            <a:pPr lvl="1"/>
            <a:r>
              <a:rPr lang="es-ES_tradnl"/>
              <a:t>Segundo nivel</a:t>
            </a:r>
          </a:p>
          <a:p>
            <a:pPr lvl="2"/>
            <a:r>
              <a:rPr lang="es-ES_tradnl"/>
              <a:t>Tercer nivel</a:t>
            </a:r>
          </a:p>
          <a:p>
            <a:pPr lvl="3"/>
            <a:r>
              <a:rPr lang="es-ES_tradnl"/>
              <a:t>Cuarto nivel</a:t>
            </a:r>
          </a:p>
          <a:p>
            <a:pPr lvl="4"/>
            <a:r>
              <a:rPr lang="es-ES_tradnl"/>
              <a:t>Quinto nivel</a:t>
            </a:r>
            <a:endParaRPr lang="es-ES"/>
          </a:p>
        </p:txBody>
      </p:sp>
      <p:sp>
        <p:nvSpPr>
          <p:cNvPr id="4" name="Marcador de contenido 3"/>
          <p:cNvSpPr>
            <a:spLocks noGrp="1"/>
          </p:cNvSpPr>
          <p:nvPr>
            <p:ph sz="half" idx="2"/>
          </p:nvPr>
        </p:nvSpPr>
        <p:spPr>
          <a:xfrm>
            <a:off x="4800600" y="1828800"/>
            <a:ext cx="3733800" cy="45720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s-ES_tradnl"/>
              <a:t>Haga clic para modificar el estilo de texto del patrón</a:t>
            </a:r>
          </a:p>
          <a:p>
            <a:pPr lvl="1"/>
            <a:r>
              <a:rPr lang="es-ES_tradnl"/>
              <a:t>Segundo nivel</a:t>
            </a:r>
          </a:p>
          <a:p>
            <a:pPr lvl="2"/>
            <a:r>
              <a:rPr lang="es-ES_tradnl"/>
              <a:t>Tercer nivel</a:t>
            </a:r>
          </a:p>
          <a:p>
            <a:pPr lvl="3"/>
            <a:r>
              <a:rPr lang="es-ES_tradnl"/>
              <a:t>Cuarto nivel</a:t>
            </a:r>
          </a:p>
          <a:p>
            <a:pPr lvl="4"/>
            <a:r>
              <a:rPr lang="es-ES_tradnl"/>
              <a:t>Quinto nivel</a:t>
            </a:r>
            <a:endParaRPr lang="es-ES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6242978C-4137-6443-84BD-CC58B3416CBE}" type="slidenum">
              <a:rPr lang="en-GB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98757049"/>
      </p:ext>
    </p:extLst>
  </p:cSld>
  <p:clrMapOvr>
    <a:masterClrMapping/>
  </p:clrMapOvr>
  <p:transition spd="slow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s-ES_tradnl"/>
              <a:t>Clic para editar título</a:t>
            </a:r>
            <a:endParaRPr lang="es-ES"/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_tradnl"/>
              <a:t>Haga clic para modificar el estilo de texto del patrón</a:t>
            </a:r>
          </a:p>
        </p:txBody>
      </p:sp>
      <p:sp>
        <p:nvSpPr>
          <p:cNvPr id="4" name="Marcador de contenido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s-ES_tradnl"/>
              <a:t>Haga clic para modificar el estilo de texto del patrón</a:t>
            </a:r>
          </a:p>
          <a:p>
            <a:pPr lvl="1"/>
            <a:r>
              <a:rPr lang="es-ES_tradnl"/>
              <a:t>Segundo nivel</a:t>
            </a:r>
          </a:p>
          <a:p>
            <a:pPr lvl="2"/>
            <a:r>
              <a:rPr lang="es-ES_tradnl"/>
              <a:t>Tercer nivel</a:t>
            </a:r>
          </a:p>
          <a:p>
            <a:pPr lvl="3"/>
            <a:r>
              <a:rPr lang="es-ES_tradnl"/>
              <a:t>Cuarto nivel</a:t>
            </a:r>
          </a:p>
          <a:p>
            <a:pPr lvl="4"/>
            <a:r>
              <a:rPr lang="es-ES_tradnl"/>
              <a:t>Quinto nivel</a:t>
            </a:r>
            <a:endParaRPr lang="es-ES"/>
          </a:p>
        </p:txBody>
      </p:sp>
      <p:sp>
        <p:nvSpPr>
          <p:cNvPr id="5" name="Marcador de texto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_tradnl"/>
              <a:t>Haga clic para modificar el estilo de texto del patrón</a:t>
            </a:r>
          </a:p>
        </p:txBody>
      </p:sp>
      <p:sp>
        <p:nvSpPr>
          <p:cNvPr id="6" name="Marcador de contenido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s-ES_tradnl"/>
              <a:t>Haga clic para modificar el estilo de texto del patrón</a:t>
            </a:r>
          </a:p>
          <a:p>
            <a:pPr lvl="1"/>
            <a:r>
              <a:rPr lang="es-ES_tradnl"/>
              <a:t>Segundo nivel</a:t>
            </a:r>
          </a:p>
          <a:p>
            <a:pPr lvl="2"/>
            <a:r>
              <a:rPr lang="es-ES_tradnl"/>
              <a:t>Tercer nivel</a:t>
            </a:r>
          </a:p>
          <a:p>
            <a:pPr lvl="3"/>
            <a:r>
              <a:rPr lang="es-ES_tradnl"/>
              <a:t>Cuarto nivel</a:t>
            </a:r>
          </a:p>
          <a:p>
            <a:pPr lvl="4"/>
            <a:r>
              <a:rPr lang="es-ES_tradnl"/>
              <a:t>Quinto nivel</a:t>
            </a:r>
            <a:endParaRPr lang="es-ES"/>
          </a:p>
        </p:txBody>
      </p:sp>
      <p:sp>
        <p:nvSpPr>
          <p:cNvPr id="8" name="Marcador de número de diapositiva 7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E424B2D1-D158-C646-9C0A-320FB65A053A}" type="slidenum">
              <a:rPr lang="en-GB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38921123"/>
      </p:ext>
    </p:extLst>
  </p:cSld>
  <p:clrMapOvr>
    <a:masterClrMapping/>
  </p:clrMapOvr>
  <p:transition spd="slow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ó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/>
              <a:t>Clic para editar título</a:t>
            </a:r>
            <a:endParaRPr lang="es-ES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7A912407-5BEB-3D40-9ED7-C51081FCAFF9}" type="slidenum">
              <a:rPr lang="en-GB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66171177"/>
      </p:ext>
    </p:extLst>
  </p:cSld>
  <p:clrMapOvr>
    <a:masterClrMapping/>
  </p:clrMapOvr>
  <p:transition spd="slow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número de diapositiva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0DAD81EF-3F60-AD43-9869-74A8F6B660A3}" type="slidenum">
              <a:rPr lang="en-GB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54969197"/>
      </p:ext>
    </p:extLst>
  </p:cSld>
  <p:clrMapOvr>
    <a:masterClrMapping/>
  </p:clrMapOvr>
  <p:transition spd="slow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s-ES_tradnl"/>
              <a:t>Clic para editar título</a:t>
            </a:r>
            <a:endParaRPr lang="es-ES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_tradnl"/>
              <a:t>Haga clic para modificar el estilo de texto del patrón</a:t>
            </a:r>
          </a:p>
          <a:p>
            <a:pPr lvl="1"/>
            <a:r>
              <a:rPr lang="es-ES_tradnl"/>
              <a:t>Segundo nivel</a:t>
            </a:r>
          </a:p>
          <a:p>
            <a:pPr lvl="2"/>
            <a:r>
              <a:rPr lang="es-ES_tradnl"/>
              <a:t>Tercer nivel</a:t>
            </a:r>
          </a:p>
          <a:p>
            <a:pPr lvl="3"/>
            <a:r>
              <a:rPr lang="es-ES_tradnl"/>
              <a:t>Cuarto nivel</a:t>
            </a:r>
          </a:p>
          <a:p>
            <a:pPr lvl="4"/>
            <a:r>
              <a:rPr lang="es-ES_tradnl"/>
              <a:t>Quinto nivel</a:t>
            </a:r>
            <a:endParaRPr lang="es-ES"/>
          </a:p>
        </p:txBody>
      </p:sp>
      <p:sp>
        <p:nvSpPr>
          <p:cNvPr id="4" name="Marcador de texto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_tradnl"/>
              <a:t>Haga clic para modificar el estilo de texto del patrón</a:t>
            </a:r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B8AC0E16-C757-0749-992C-A745A5993F64}" type="slidenum">
              <a:rPr lang="en-GB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94446226"/>
      </p:ext>
    </p:extLst>
  </p:cSld>
  <p:clrMapOvr>
    <a:masterClrMapping/>
  </p:clrMapOvr>
  <p:transition spd="slow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s-ES_tradnl"/>
              <a:t>Clic para editar título</a:t>
            </a:r>
            <a:endParaRPr lang="es-ES"/>
          </a:p>
        </p:txBody>
      </p:sp>
      <p:sp>
        <p:nvSpPr>
          <p:cNvPr id="3" name="Marcador de posición de imagen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ES"/>
          </a:p>
        </p:txBody>
      </p:sp>
      <p:sp>
        <p:nvSpPr>
          <p:cNvPr id="4" name="Marcador de texto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_tradnl"/>
              <a:t>Haga clic para modificar el estilo de texto del patrón</a:t>
            </a:r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91BB4CC3-83DB-714A-B00C-6C1FE5864B1C}" type="slidenum">
              <a:rPr lang="en-GB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96126528"/>
      </p:ext>
    </p:extLst>
  </p:cSld>
  <p:clrMapOvr>
    <a:masterClrMapping/>
  </p:clrMapOvr>
  <p:transition spd="slow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/>
              <a:t>Clic para editar título</a:t>
            </a:r>
            <a:endParaRPr lang="es-ES"/>
          </a:p>
        </p:txBody>
      </p:sp>
      <p:sp>
        <p:nvSpPr>
          <p:cNvPr id="3" name="Marcador de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_tradnl"/>
              <a:t>Haga clic para modificar el estilo de texto del patrón</a:t>
            </a:r>
          </a:p>
          <a:p>
            <a:pPr lvl="1"/>
            <a:r>
              <a:rPr lang="es-ES_tradnl"/>
              <a:t>Segundo nivel</a:t>
            </a:r>
          </a:p>
          <a:p>
            <a:pPr lvl="2"/>
            <a:r>
              <a:rPr lang="es-ES_tradnl"/>
              <a:t>Tercer nivel</a:t>
            </a:r>
          </a:p>
          <a:p>
            <a:pPr lvl="3"/>
            <a:r>
              <a:rPr lang="es-ES_tradnl"/>
              <a:t>Cuarto nivel</a:t>
            </a:r>
          </a:p>
          <a:p>
            <a:pPr lvl="4"/>
            <a:r>
              <a:rPr lang="es-ES_tradnl"/>
              <a:t>Quinto nivel</a:t>
            </a:r>
            <a:endParaRPr lang="es-ES"/>
          </a:p>
        </p:txBody>
      </p:sp>
      <p:sp>
        <p:nvSpPr>
          <p:cNvPr id="5" name="Marcador de número de diapositiva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D2E8638C-4D79-2747-9836-D4232E9E5928}" type="slidenum">
              <a:rPr lang="en-GB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36111610"/>
      </p:ext>
    </p:extLst>
  </p:cSld>
  <p:clrMapOvr>
    <a:masterClrMapping/>
  </p:clrMapOvr>
  <p:transition spd="slow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6610350" y="704850"/>
            <a:ext cx="1924050" cy="5695950"/>
          </a:xfrm>
        </p:spPr>
        <p:txBody>
          <a:bodyPr vert="eaVert"/>
          <a:lstStyle/>
          <a:p>
            <a:r>
              <a:rPr lang="es-ES_tradnl"/>
              <a:t>Clic para editar título</a:t>
            </a:r>
            <a:endParaRPr lang="es-ES"/>
          </a:p>
        </p:txBody>
      </p:sp>
      <p:sp>
        <p:nvSpPr>
          <p:cNvPr id="3" name="Marcador de texto vertical 2"/>
          <p:cNvSpPr>
            <a:spLocks noGrp="1"/>
          </p:cNvSpPr>
          <p:nvPr>
            <p:ph type="body" orient="vert" idx="1"/>
          </p:nvPr>
        </p:nvSpPr>
        <p:spPr>
          <a:xfrm>
            <a:off x="838200" y="704850"/>
            <a:ext cx="5619750" cy="5695950"/>
          </a:xfrm>
        </p:spPr>
        <p:txBody>
          <a:bodyPr vert="eaVert"/>
          <a:lstStyle/>
          <a:p>
            <a:pPr lvl="0"/>
            <a:r>
              <a:rPr lang="es-ES_tradnl"/>
              <a:t>Haga clic para modificar el estilo de texto del patrón</a:t>
            </a:r>
          </a:p>
          <a:p>
            <a:pPr lvl="1"/>
            <a:r>
              <a:rPr lang="es-ES_tradnl"/>
              <a:t>Segundo nivel</a:t>
            </a:r>
          </a:p>
          <a:p>
            <a:pPr lvl="2"/>
            <a:r>
              <a:rPr lang="es-ES_tradnl"/>
              <a:t>Tercer nivel</a:t>
            </a:r>
          </a:p>
          <a:p>
            <a:pPr lvl="3"/>
            <a:r>
              <a:rPr lang="es-ES_tradnl"/>
              <a:t>Cuarto nivel</a:t>
            </a:r>
          </a:p>
          <a:p>
            <a:pPr lvl="4"/>
            <a:r>
              <a:rPr lang="es-ES_tradnl"/>
              <a:t>Quinto nivel</a:t>
            </a:r>
            <a:endParaRPr lang="es-ES"/>
          </a:p>
        </p:txBody>
      </p:sp>
      <p:sp>
        <p:nvSpPr>
          <p:cNvPr id="5" name="Marcador de número de diapositiva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B5CEDAE4-4E43-CE46-A499-A3AFECB12B28}" type="slidenum">
              <a:rPr lang="en-GB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03617545"/>
      </p:ext>
    </p:extLst>
  </p:cSld>
  <p:clrMapOvr>
    <a:masterClrMapping/>
  </p:clrMapOvr>
  <p:transition spd="slow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vmlDrawing" Target="../drawings/vmlDrawing1.vml"/><Relationship Id="rId18" Type="http://schemas.openxmlformats.org/officeDocument/2006/relationships/image" Target="../media/image4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17" Type="http://schemas.openxmlformats.org/officeDocument/2006/relationships/image" Target="../media/image3.jpeg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2.jpe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1.emf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oleObject" Target="../embeddings/oleObject1.bin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084" name="Object 60"/>
          <p:cNvGraphicFramePr>
            <a:graphicFrameLocks noChangeAspect="1"/>
          </p:cNvGraphicFramePr>
          <p:nvPr/>
        </p:nvGraphicFramePr>
        <p:xfrm>
          <a:off x="4648200" y="4017963"/>
          <a:ext cx="4471988" cy="28352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95" name="Image" r:id="rId14" imgW="2926464" imgH="1830962" progId="Photoshop.Image.7">
                  <p:embed/>
                </p:oleObj>
              </mc:Choice>
              <mc:Fallback>
                <p:oleObj name="Image" r:id="rId14" imgW="2926464" imgH="1830962" progId="Photoshop.Image.7">
                  <p:embed/>
                  <p:pic>
                    <p:nvPicPr>
                      <p:cNvPr id="0" name="Object 6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lum bright="54000" contrast="-64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 r="11072" b="9831"/>
                      <a:stretch>
                        <a:fillRect/>
                      </a:stretch>
                    </p:blipFill>
                    <p:spPr bwMode="auto">
                      <a:xfrm>
                        <a:off x="4648200" y="4017963"/>
                        <a:ext cx="4471988" cy="28352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2700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blurRad="63500" dist="38099" dir="2700000" algn="ctr" rotWithShape="0">
                                <a:schemeClr val="bg2">
                                  <a:alpha val="74998"/>
                                </a:scheme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838200" y="704850"/>
            <a:ext cx="7696200" cy="533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 vert="horz" wrap="square" lIns="90488" tIns="44450" rIns="90488" bIns="4445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s-ES_tradnl"/>
              <a:t>Títol de la diapositiva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914400" y="1828800"/>
            <a:ext cx="7620000" cy="4572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 vert="horz" wrap="square" lIns="90488" tIns="44450" rIns="90488" bIns="4445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s-ES_tradnl"/>
              <a:t>estil del text del patró a primer nivell</a:t>
            </a:r>
          </a:p>
          <a:p>
            <a:pPr lvl="1"/>
            <a:r>
              <a:rPr lang="es-ES_tradnl"/>
              <a:t>segon nivell</a:t>
            </a:r>
          </a:p>
          <a:p>
            <a:pPr lvl="2"/>
            <a:r>
              <a:rPr lang="es-ES_tradnl"/>
              <a:t>tercer nivell</a:t>
            </a:r>
          </a:p>
          <a:p>
            <a:pPr lvl="3"/>
            <a:r>
              <a:rPr lang="es-ES_tradnl"/>
              <a:t>quart nivell</a:t>
            </a:r>
          </a:p>
          <a:p>
            <a:pPr lvl="4"/>
            <a:r>
              <a:rPr lang="es-ES_tradnl"/>
              <a:t>cinque nivell</a:t>
            </a:r>
          </a:p>
        </p:txBody>
      </p:sp>
      <p:sp>
        <p:nvSpPr>
          <p:cNvPr id="1076" name="Rectangle 52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291513" y="6529388"/>
            <a:ext cx="823912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b="1">
                <a:latin typeface="+mn-lt"/>
              </a:defRPr>
            </a:lvl1pPr>
          </a:lstStyle>
          <a:p>
            <a:fld id="{CB1D7B28-07DB-7846-8CC9-84E067EB0A94}" type="slidenum">
              <a:rPr lang="en-GB"/>
              <a:pPr/>
              <a:t>‹#›</a:t>
            </a:fld>
            <a:endParaRPr lang="en-GB"/>
          </a:p>
        </p:txBody>
      </p:sp>
      <p:sp>
        <p:nvSpPr>
          <p:cNvPr id="1081" name="Rectangle 57"/>
          <p:cNvSpPr>
            <a:spLocks noChangeArrowheads="1"/>
          </p:cNvSpPr>
          <p:nvPr/>
        </p:nvSpPr>
        <p:spPr bwMode="auto">
          <a:xfrm>
            <a:off x="76200" y="0"/>
            <a:ext cx="457200" cy="6870700"/>
          </a:xfrm>
          <a:prstGeom prst="rect">
            <a:avLst/>
          </a:prstGeom>
          <a:gradFill rotWithShape="0">
            <a:gsLst>
              <a:gs pos="0">
                <a:srgbClr val="10668C">
                  <a:gamma/>
                  <a:tint val="44314"/>
                  <a:invGamma/>
                </a:srgbClr>
              </a:gs>
              <a:gs pos="100000">
                <a:srgbClr val="10668C"/>
              </a:gs>
            </a:gsLst>
            <a:lin ang="54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s-ES"/>
          </a:p>
        </p:txBody>
      </p:sp>
      <p:sp>
        <p:nvSpPr>
          <p:cNvPr id="1082" name="Rectangle 58"/>
          <p:cNvSpPr>
            <a:spLocks noChangeArrowheads="1"/>
          </p:cNvSpPr>
          <p:nvPr/>
        </p:nvSpPr>
        <p:spPr bwMode="auto">
          <a:xfrm>
            <a:off x="0" y="0"/>
            <a:ext cx="457200" cy="6870700"/>
          </a:xfrm>
          <a:prstGeom prst="rect">
            <a:avLst/>
          </a:prstGeom>
          <a:gradFill rotWithShape="0">
            <a:gsLst>
              <a:gs pos="0">
                <a:srgbClr val="1482B4">
                  <a:gamma/>
                  <a:tint val="33333"/>
                  <a:invGamma/>
                </a:srgbClr>
              </a:gs>
              <a:gs pos="100000">
                <a:srgbClr val="1482B4"/>
              </a:gs>
            </a:gsLst>
            <a:lin ang="54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s-ES"/>
          </a:p>
        </p:txBody>
      </p:sp>
      <p:sp>
        <p:nvSpPr>
          <p:cNvPr id="1083" name="Text Box 59"/>
          <p:cNvSpPr txBox="1">
            <a:spLocks noChangeArrowheads="1"/>
          </p:cNvSpPr>
          <p:nvPr/>
        </p:nvSpPr>
        <p:spPr bwMode="auto">
          <a:xfrm rot="16200000">
            <a:off x="-3241675" y="3248611"/>
            <a:ext cx="6848475" cy="3385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gradFill rotWithShape="0">
                  <a:gsLst>
                    <a:gs pos="0">
                      <a:schemeClr val="accent1">
                        <a:gamma/>
                        <a:tint val="50980"/>
                        <a:invGamma/>
                      </a:schemeClr>
                    </a:gs>
                    <a:gs pos="100000">
                      <a:schemeClr val="accent1"/>
                    </a:gs>
                  </a:gsLst>
                  <a:lin ang="5400000" scaled="1"/>
                </a:gra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defTabSz="76200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1pPr>
            <a:lvl2pPr marL="571500" defTabSz="76200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2pPr>
            <a:lvl3pPr marL="1143000" defTabSz="76200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3pPr>
            <a:lvl4pPr marL="1714500" defTabSz="76200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4pPr>
            <a:lvl5pPr marL="2286000" defTabSz="76200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5pPr>
            <a:lvl6pPr marL="2743200" defTabSz="7620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6pPr>
            <a:lvl7pPr marL="3200400" defTabSz="7620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7pPr>
            <a:lvl8pPr marL="3657600" defTabSz="7620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8pPr>
            <a:lvl9pPr marL="4114800" defTabSz="7620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9pPr>
          </a:lstStyle>
          <a:p>
            <a:r>
              <a:rPr lang="ca-ES" sz="1600" b="1" dirty="0" err="1">
                <a:solidFill>
                  <a:srgbClr val="003366"/>
                </a:solidFill>
                <a:effectLst>
                  <a:outerShdw blurRad="38100" dist="38100" dir="2700000" algn="tl">
                    <a:srgbClr val="DDDDDD"/>
                  </a:outerShdw>
                </a:effectLst>
                <a:latin typeface="Arial" charset="0"/>
              </a:rPr>
              <a:t>Prometheus</a:t>
            </a:r>
            <a:endParaRPr lang="ca-ES" sz="1600" b="1" dirty="0">
              <a:solidFill>
                <a:srgbClr val="003366"/>
              </a:solidFill>
              <a:effectLst>
                <a:outerShdw blurRad="38100" dist="38100" dir="2700000" algn="tl">
                  <a:srgbClr val="DDDDDD"/>
                </a:outerShdw>
              </a:effectLst>
              <a:latin typeface="Arial" charset="0"/>
            </a:endParaRPr>
          </a:p>
        </p:txBody>
      </p:sp>
      <p:pic>
        <p:nvPicPr>
          <p:cNvPr id="1089" name="Picture 62" descr="foto_recerca"/>
          <p:cNvPicPr>
            <a:picLocks noChangeAspect="1" noChangeArrowheads="1"/>
          </p:cNvPicPr>
          <p:nvPr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51613" y="0"/>
            <a:ext cx="2590800" cy="5048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90" name="Picture 6" descr="D:\downloads\DropBox\My Dropbox\Logo KEMLG.jpg"/>
          <p:cNvPicPr>
            <a:picLocks noChangeAspect="1" noChangeArrowheads="1"/>
          </p:cNvPicPr>
          <p:nvPr/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29238" y="0"/>
            <a:ext cx="1187450" cy="406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91" name="Picture 14"/>
          <p:cNvPicPr>
            <a:picLocks noChangeAspect="1" noChangeArrowheads="1"/>
          </p:cNvPicPr>
          <p:nvPr/>
        </p:nvPicPr>
        <p:blipFill>
          <a:blip r:embed="rId1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91138" y="419100"/>
            <a:ext cx="1296987" cy="873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ransition spd="slow"/>
  <p:hf hdr="0" dt="0"/>
  <p:txStyles>
    <p:titleStyle>
      <a:lvl1pPr algn="l" defTabSz="762000" rtl="0" eaLnBrk="0" fontAlgn="base" hangingPunct="0">
        <a:spcBef>
          <a:spcPct val="0"/>
        </a:spcBef>
        <a:spcAft>
          <a:spcPct val="0"/>
        </a:spcAft>
        <a:defRPr sz="2800">
          <a:solidFill>
            <a:srgbClr val="000066"/>
          </a:solidFill>
          <a:effectLst>
            <a:outerShdw blurRad="38100" dist="38100" dir="2700000" algn="tl">
              <a:srgbClr val="DDDDDD"/>
            </a:outerShdw>
          </a:effectLst>
          <a:latin typeface="+mj-lt"/>
          <a:ea typeface="+mj-ea"/>
          <a:cs typeface="+mj-cs"/>
        </a:defRPr>
      </a:lvl1pPr>
      <a:lvl2pPr algn="l" defTabSz="762000" rtl="0" eaLnBrk="0" fontAlgn="base" hangingPunct="0">
        <a:spcBef>
          <a:spcPct val="0"/>
        </a:spcBef>
        <a:spcAft>
          <a:spcPct val="0"/>
        </a:spcAft>
        <a:defRPr sz="2800">
          <a:solidFill>
            <a:srgbClr val="000066"/>
          </a:solidFill>
          <a:effectLst>
            <a:outerShdw blurRad="38100" dist="38100" dir="2700000" algn="tl">
              <a:srgbClr val="DDDDDD"/>
            </a:outerShdw>
          </a:effectLst>
          <a:latin typeface="Tahoma" charset="0"/>
          <a:ea typeface="ＭＳ Ｐゴシック" charset="0"/>
          <a:cs typeface="Tahoma" charset="0"/>
        </a:defRPr>
      </a:lvl2pPr>
      <a:lvl3pPr algn="l" defTabSz="762000" rtl="0" eaLnBrk="0" fontAlgn="base" hangingPunct="0">
        <a:spcBef>
          <a:spcPct val="0"/>
        </a:spcBef>
        <a:spcAft>
          <a:spcPct val="0"/>
        </a:spcAft>
        <a:defRPr sz="2800">
          <a:solidFill>
            <a:srgbClr val="000066"/>
          </a:solidFill>
          <a:effectLst>
            <a:outerShdw blurRad="38100" dist="38100" dir="2700000" algn="tl">
              <a:srgbClr val="DDDDDD"/>
            </a:outerShdw>
          </a:effectLst>
          <a:latin typeface="Tahoma" charset="0"/>
          <a:ea typeface="ＭＳ Ｐゴシック" charset="0"/>
          <a:cs typeface="Tahoma" charset="0"/>
        </a:defRPr>
      </a:lvl3pPr>
      <a:lvl4pPr algn="l" defTabSz="762000" rtl="0" eaLnBrk="0" fontAlgn="base" hangingPunct="0">
        <a:spcBef>
          <a:spcPct val="0"/>
        </a:spcBef>
        <a:spcAft>
          <a:spcPct val="0"/>
        </a:spcAft>
        <a:defRPr sz="2800">
          <a:solidFill>
            <a:srgbClr val="000066"/>
          </a:solidFill>
          <a:effectLst>
            <a:outerShdw blurRad="38100" dist="38100" dir="2700000" algn="tl">
              <a:srgbClr val="DDDDDD"/>
            </a:outerShdw>
          </a:effectLst>
          <a:latin typeface="Tahoma" charset="0"/>
          <a:ea typeface="ＭＳ Ｐゴシック" charset="0"/>
          <a:cs typeface="Tahoma" charset="0"/>
        </a:defRPr>
      </a:lvl4pPr>
      <a:lvl5pPr algn="l" defTabSz="762000" rtl="0" eaLnBrk="0" fontAlgn="base" hangingPunct="0">
        <a:spcBef>
          <a:spcPct val="0"/>
        </a:spcBef>
        <a:spcAft>
          <a:spcPct val="0"/>
        </a:spcAft>
        <a:defRPr sz="2800">
          <a:solidFill>
            <a:srgbClr val="000066"/>
          </a:solidFill>
          <a:effectLst>
            <a:outerShdw blurRad="38100" dist="38100" dir="2700000" algn="tl">
              <a:srgbClr val="DDDDDD"/>
            </a:outerShdw>
          </a:effectLst>
          <a:latin typeface="Tahoma" charset="0"/>
          <a:ea typeface="ＭＳ Ｐゴシック" charset="0"/>
          <a:cs typeface="Tahoma" charset="0"/>
        </a:defRPr>
      </a:lvl5pPr>
      <a:lvl6pPr marL="457200" algn="l" defTabSz="762000" rtl="0" eaLnBrk="0" fontAlgn="base" hangingPunct="0">
        <a:spcBef>
          <a:spcPct val="0"/>
        </a:spcBef>
        <a:spcAft>
          <a:spcPct val="0"/>
        </a:spcAft>
        <a:defRPr sz="2800">
          <a:solidFill>
            <a:srgbClr val="000066"/>
          </a:solidFill>
          <a:effectLst>
            <a:outerShdw blurRad="38100" dist="38100" dir="2700000" algn="tl">
              <a:srgbClr val="DDDDDD"/>
            </a:outerShdw>
          </a:effectLst>
          <a:latin typeface="Tahoma" charset="0"/>
          <a:ea typeface="ＭＳ Ｐゴシック" charset="0"/>
          <a:cs typeface="Tahoma" charset="0"/>
        </a:defRPr>
      </a:lvl6pPr>
      <a:lvl7pPr marL="914400" algn="l" defTabSz="762000" rtl="0" eaLnBrk="0" fontAlgn="base" hangingPunct="0">
        <a:spcBef>
          <a:spcPct val="0"/>
        </a:spcBef>
        <a:spcAft>
          <a:spcPct val="0"/>
        </a:spcAft>
        <a:defRPr sz="2800">
          <a:solidFill>
            <a:srgbClr val="000066"/>
          </a:solidFill>
          <a:effectLst>
            <a:outerShdw blurRad="38100" dist="38100" dir="2700000" algn="tl">
              <a:srgbClr val="DDDDDD"/>
            </a:outerShdw>
          </a:effectLst>
          <a:latin typeface="Tahoma" charset="0"/>
          <a:ea typeface="ＭＳ Ｐゴシック" charset="0"/>
          <a:cs typeface="Tahoma" charset="0"/>
        </a:defRPr>
      </a:lvl7pPr>
      <a:lvl8pPr marL="1371600" algn="l" defTabSz="762000" rtl="0" eaLnBrk="0" fontAlgn="base" hangingPunct="0">
        <a:spcBef>
          <a:spcPct val="0"/>
        </a:spcBef>
        <a:spcAft>
          <a:spcPct val="0"/>
        </a:spcAft>
        <a:defRPr sz="2800">
          <a:solidFill>
            <a:srgbClr val="000066"/>
          </a:solidFill>
          <a:effectLst>
            <a:outerShdw blurRad="38100" dist="38100" dir="2700000" algn="tl">
              <a:srgbClr val="DDDDDD"/>
            </a:outerShdw>
          </a:effectLst>
          <a:latin typeface="Tahoma" charset="0"/>
          <a:ea typeface="ＭＳ Ｐゴシック" charset="0"/>
          <a:cs typeface="Tahoma" charset="0"/>
        </a:defRPr>
      </a:lvl8pPr>
      <a:lvl9pPr marL="1828800" algn="l" defTabSz="762000" rtl="0" eaLnBrk="0" fontAlgn="base" hangingPunct="0">
        <a:spcBef>
          <a:spcPct val="0"/>
        </a:spcBef>
        <a:spcAft>
          <a:spcPct val="0"/>
        </a:spcAft>
        <a:defRPr sz="2800">
          <a:solidFill>
            <a:srgbClr val="000066"/>
          </a:solidFill>
          <a:effectLst>
            <a:outerShdw blurRad="38100" dist="38100" dir="2700000" algn="tl">
              <a:srgbClr val="DDDDDD"/>
            </a:outerShdw>
          </a:effectLst>
          <a:latin typeface="Tahoma" charset="0"/>
          <a:ea typeface="ＭＳ Ｐゴシック" charset="0"/>
          <a:cs typeface="Tahoma" charset="0"/>
        </a:defRPr>
      </a:lvl9pPr>
    </p:titleStyle>
    <p:bodyStyle>
      <a:lvl1pPr marL="342900" indent="-342900" algn="l" defTabSz="762000" rtl="0" eaLnBrk="0" fontAlgn="base" hangingPunct="0">
        <a:spcBef>
          <a:spcPct val="30000"/>
        </a:spcBef>
        <a:spcAft>
          <a:spcPct val="0"/>
        </a:spcAft>
        <a:buClr>
          <a:srgbClr val="990033"/>
        </a:buClr>
        <a:buSzPct val="75000"/>
        <a:buFont typeface="Wingdings" charset="0"/>
        <a:buChar char="l"/>
        <a:defRPr sz="2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762000" rtl="0" eaLnBrk="0" fontAlgn="base" hangingPunct="0">
        <a:spcBef>
          <a:spcPct val="20000"/>
        </a:spcBef>
        <a:spcAft>
          <a:spcPct val="0"/>
        </a:spcAft>
        <a:buClr>
          <a:srgbClr val="006699"/>
        </a:buClr>
        <a:buSzPct val="65000"/>
        <a:buFont typeface="Wingdings" charset="0"/>
        <a:buChar char="n"/>
        <a:defRPr sz="2000">
          <a:solidFill>
            <a:schemeClr val="tx1"/>
          </a:solidFill>
          <a:latin typeface="+mn-lt"/>
          <a:ea typeface="Tahoma" charset="0"/>
          <a:cs typeface="+mn-cs"/>
        </a:defRPr>
      </a:lvl2pPr>
      <a:lvl3pPr marL="1143000" indent="-228600" algn="l" defTabSz="762000" rtl="0" eaLnBrk="0" fontAlgn="base" hangingPunct="0">
        <a:spcBef>
          <a:spcPct val="20000"/>
        </a:spcBef>
        <a:spcAft>
          <a:spcPct val="0"/>
        </a:spcAft>
        <a:buClr>
          <a:srgbClr val="FF0000"/>
        </a:buClr>
        <a:buSzPct val="60000"/>
        <a:buFont typeface="Monotype Sorts" charset="0"/>
        <a:buChar char="u"/>
        <a:defRPr>
          <a:solidFill>
            <a:schemeClr val="tx1"/>
          </a:solidFill>
          <a:latin typeface="+mn-lt"/>
          <a:ea typeface="Tahoma" charset="0"/>
          <a:cs typeface="+mn-cs"/>
        </a:defRPr>
      </a:lvl3pPr>
      <a:lvl4pPr marL="1600200" indent="-228600" algn="l" defTabSz="762000" rtl="0" eaLnBrk="0" fontAlgn="base" hangingPunct="0">
        <a:spcBef>
          <a:spcPct val="20000"/>
        </a:spcBef>
        <a:spcAft>
          <a:spcPct val="0"/>
        </a:spcAft>
        <a:buClr>
          <a:srgbClr val="660066"/>
        </a:buClr>
        <a:buSzPct val="60000"/>
        <a:buFont typeface="Monotype Sorts" charset="0"/>
        <a:buChar char="t"/>
        <a:defRPr sz="1600">
          <a:solidFill>
            <a:schemeClr val="tx1"/>
          </a:solidFill>
          <a:latin typeface="+mn-lt"/>
          <a:ea typeface="Tahoma" charset="0"/>
          <a:cs typeface="+mn-cs"/>
        </a:defRPr>
      </a:lvl4pPr>
      <a:lvl5pPr marL="2057400" indent="-228600" algn="l" defTabSz="762000" rtl="0" eaLnBrk="0" fontAlgn="base" hangingPunct="0">
        <a:spcBef>
          <a:spcPct val="20000"/>
        </a:spcBef>
        <a:spcAft>
          <a:spcPct val="0"/>
        </a:spcAft>
        <a:buClr>
          <a:srgbClr val="003399"/>
        </a:buClr>
        <a:buSzPct val="60000"/>
        <a:buChar char="–"/>
        <a:defRPr sz="1400">
          <a:solidFill>
            <a:schemeClr val="tx1"/>
          </a:solidFill>
          <a:latin typeface="+mn-lt"/>
          <a:ea typeface="Tahoma" charset="0"/>
          <a:cs typeface="+mn-cs"/>
        </a:defRPr>
      </a:lvl5pPr>
      <a:lvl6pPr marL="2514600" indent="-228600" algn="l" defTabSz="762000" rtl="0" eaLnBrk="0" fontAlgn="base" hangingPunct="0">
        <a:spcBef>
          <a:spcPct val="20000"/>
        </a:spcBef>
        <a:spcAft>
          <a:spcPct val="0"/>
        </a:spcAft>
        <a:buClr>
          <a:srgbClr val="003399"/>
        </a:buClr>
        <a:buSzPct val="60000"/>
        <a:buChar char="–"/>
        <a:defRPr sz="1400">
          <a:solidFill>
            <a:schemeClr val="tx1"/>
          </a:solidFill>
          <a:latin typeface="+mn-lt"/>
          <a:ea typeface="Tahoma" charset="0"/>
          <a:cs typeface="+mn-cs"/>
        </a:defRPr>
      </a:lvl6pPr>
      <a:lvl7pPr marL="2971800" indent="-228600" algn="l" defTabSz="762000" rtl="0" eaLnBrk="0" fontAlgn="base" hangingPunct="0">
        <a:spcBef>
          <a:spcPct val="20000"/>
        </a:spcBef>
        <a:spcAft>
          <a:spcPct val="0"/>
        </a:spcAft>
        <a:buClr>
          <a:srgbClr val="003399"/>
        </a:buClr>
        <a:buSzPct val="60000"/>
        <a:buChar char="–"/>
        <a:defRPr sz="1400">
          <a:solidFill>
            <a:schemeClr val="tx1"/>
          </a:solidFill>
          <a:latin typeface="+mn-lt"/>
          <a:ea typeface="Tahoma" charset="0"/>
          <a:cs typeface="+mn-cs"/>
        </a:defRPr>
      </a:lvl7pPr>
      <a:lvl8pPr marL="3429000" indent="-228600" algn="l" defTabSz="762000" rtl="0" eaLnBrk="0" fontAlgn="base" hangingPunct="0">
        <a:spcBef>
          <a:spcPct val="20000"/>
        </a:spcBef>
        <a:spcAft>
          <a:spcPct val="0"/>
        </a:spcAft>
        <a:buClr>
          <a:srgbClr val="003399"/>
        </a:buClr>
        <a:buSzPct val="60000"/>
        <a:buChar char="–"/>
        <a:defRPr sz="1400">
          <a:solidFill>
            <a:schemeClr val="tx1"/>
          </a:solidFill>
          <a:latin typeface="+mn-lt"/>
          <a:ea typeface="Tahoma" charset="0"/>
          <a:cs typeface="+mn-cs"/>
        </a:defRPr>
      </a:lvl8pPr>
      <a:lvl9pPr marL="3886200" indent="-228600" algn="l" defTabSz="762000" rtl="0" eaLnBrk="0" fontAlgn="base" hangingPunct="0">
        <a:spcBef>
          <a:spcPct val="20000"/>
        </a:spcBef>
        <a:spcAft>
          <a:spcPct val="0"/>
        </a:spcAft>
        <a:buClr>
          <a:srgbClr val="003399"/>
        </a:buClr>
        <a:buSzPct val="60000"/>
        <a:buChar char="–"/>
        <a:defRPr sz="1400">
          <a:solidFill>
            <a:schemeClr val="tx1"/>
          </a:solidFill>
          <a:latin typeface="+mn-lt"/>
          <a:ea typeface="Tahoma" charset="0"/>
          <a:cs typeface="+mn-cs"/>
        </a:defRPr>
      </a:lvl9pPr>
    </p:bodyStyle>
    <p:otherStyle>
      <a:defPPr>
        <a:defRPr lang="es-E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tiff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tiff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tiff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hyperlink" Target="http://jade.tilab.com/download/jade/" TargetMode="Externa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hyperlink" Target="http://jade.tilab.com/documentation/examples/" TargetMode="External"/><Relationship Id="rId2" Type="http://schemas.openxmlformats.org/officeDocument/2006/relationships/hyperlink" Target="http://jade.tilab.com/documentation/tutorials-guides/" TargetMode="Externa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0194" name="Rectangle 2"/>
          <p:cNvSpPr>
            <a:spLocks noGrp="1" noChangeArrowheads="1"/>
          </p:cNvSpPr>
          <p:nvPr>
            <p:ph type="ctrTitle"/>
          </p:nvPr>
        </p:nvSpPr>
        <p:spPr>
          <a:xfrm>
            <a:off x="685800" y="333375"/>
            <a:ext cx="7847013" cy="2016125"/>
          </a:xfrm>
        </p:spPr>
        <p:txBody>
          <a:bodyPr/>
          <a:lstStyle/>
          <a:p>
            <a:pPr algn="ctr"/>
            <a:r>
              <a:rPr lang="es-ES" sz="4000" b="1" dirty="0"/>
              <a:t>JADE - Introducción</a:t>
            </a:r>
            <a:endParaRPr lang="en-GB" sz="4000" b="1" dirty="0"/>
          </a:p>
        </p:txBody>
      </p:sp>
      <p:sp>
        <p:nvSpPr>
          <p:cNvPr id="520195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1317625" y="2909888"/>
            <a:ext cx="6369050" cy="1743075"/>
          </a:xfrm>
        </p:spPr>
        <p:txBody>
          <a:bodyPr/>
          <a:lstStyle/>
          <a:p>
            <a:r>
              <a:rPr lang="es-ES_tradnl" sz="2000" dirty="0"/>
              <a:t>Ulises Cortés, Luis Oliva Felipe</a:t>
            </a:r>
          </a:p>
          <a:p>
            <a:pPr>
              <a:lnSpc>
                <a:spcPct val="160000"/>
              </a:lnSpc>
            </a:pPr>
            <a:r>
              <a:rPr lang="es-ES" sz="1600" dirty="0"/>
              <a:t>{</a:t>
            </a:r>
            <a:r>
              <a:rPr lang="es-ES" sz="1600" dirty="0" err="1"/>
              <a:t>ia,loliva</a:t>
            </a:r>
            <a:r>
              <a:rPr lang="es-ES" sz="1600" dirty="0"/>
              <a:t>}@cs.upc.edu</a:t>
            </a:r>
          </a:p>
          <a:p>
            <a:pPr>
              <a:lnSpc>
                <a:spcPct val="160000"/>
              </a:lnSpc>
            </a:pPr>
            <a:r>
              <a:rPr lang="es-ES" sz="1600" dirty="0"/>
              <a:t>http://www.cs.upc.edu/~</a:t>
            </a:r>
            <a:r>
              <a:rPr lang="es-ES_tradnl" sz="1400" b="1" noProof="1"/>
              <a:t>{ia, loliva}</a:t>
            </a:r>
            <a:endParaRPr lang="es-ES" sz="1600" dirty="0"/>
          </a:p>
          <a:p>
            <a:pPr>
              <a:lnSpc>
                <a:spcPct val="160000"/>
              </a:lnSpc>
            </a:pPr>
            <a:r>
              <a:rPr lang="en-GB" sz="1600" dirty="0">
                <a:solidFill>
                  <a:srgbClr val="000000"/>
                </a:solidFill>
              </a:rPr>
              <a:t>SID2018</a:t>
            </a:r>
          </a:p>
          <a:p>
            <a:pPr>
              <a:lnSpc>
                <a:spcPct val="160000"/>
              </a:lnSpc>
            </a:pPr>
            <a:r>
              <a:rPr lang="es-ES" dirty="0"/>
              <a:t>https://</a:t>
            </a:r>
            <a:r>
              <a:rPr lang="es-ES" dirty="0" err="1"/>
              <a:t>goo.gl</a:t>
            </a:r>
            <a:r>
              <a:rPr lang="es-ES" dirty="0"/>
              <a:t>/</a:t>
            </a:r>
            <a:r>
              <a:rPr lang="es-ES" dirty="0" err="1"/>
              <a:t>FLXSrd</a:t>
            </a:r>
            <a:endParaRPr lang="en-GB" sz="1600" dirty="0">
              <a:solidFill>
                <a:srgbClr val="000000"/>
              </a:solidFill>
            </a:endParaRPr>
          </a:p>
          <a:p>
            <a:pPr>
              <a:lnSpc>
                <a:spcPct val="160000"/>
              </a:lnSpc>
            </a:pPr>
            <a:endParaRPr lang="es-ES_tradnl" sz="1600" dirty="0"/>
          </a:p>
        </p:txBody>
      </p:sp>
      <p:sp>
        <p:nvSpPr>
          <p:cNvPr id="520196" name="Rectangle 4"/>
          <p:cNvSpPr>
            <a:spLocks noChangeArrowheads="1"/>
          </p:cNvSpPr>
          <p:nvPr/>
        </p:nvSpPr>
        <p:spPr bwMode="auto">
          <a:xfrm>
            <a:off x="0" y="2133600"/>
            <a:ext cx="7848600" cy="168275"/>
          </a:xfrm>
          <a:prstGeom prst="rect">
            <a:avLst/>
          </a:prstGeom>
          <a:solidFill>
            <a:srgbClr val="CECECE">
              <a:alpha val="50000"/>
            </a:srgbClr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s-ES"/>
          </a:p>
        </p:txBody>
      </p:sp>
    </p:spTree>
  </p:cSld>
  <p:clrMapOvr>
    <a:masterClrMapping/>
  </p:clrMapOvr>
  <p:transition spd="slow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287357-55E8-1043-BD01-26187C9722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JADE y FIPA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5E90879-8279-9149-B559-725C1806870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ES" dirty="0"/>
              <a:t>Java </a:t>
            </a:r>
            <a:r>
              <a:rPr lang="es-ES" dirty="0" err="1"/>
              <a:t>Agent</a:t>
            </a:r>
            <a:r>
              <a:rPr lang="es-ES" dirty="0"/>
              <a:t> </a:t>
            </a:r>
            <a:r>
              <a:rPr lang="es-ES" dirty="0" err="1"/>
              <a:t>Development</a:t>
            </a:r>
            <a:r>
              <a:rPr lang="es-ES" dirty="0"/>
              <a:t> </a:t>
            </a:r>
            <a:r>
              <a:rPr lang="es-ES" dirty="0" err="1"/>
              <a:t>framework</a:t>
            </a:r>
            <a:endParaRPr lang="es-ES" dirty="0"/>
          </a:p>
          <a:p>
            <a:r>
              <a:rPr lang="es-ES" dirty="0" err="1"/>
              <a:t>Foundation</a:t>
            </a:r>
            <a:r>
              <a:rPr lang="es-ES" dirty="0"/>
              <a:t> </a:t>
            </a:r>
            <a:r>
              <a:rPr lang="es-ES" dirty="0" err="1"/>
              <a:t>for</a:t>
            </a:r>
            <a:r>
              <a:rPr lang="es-ES" dirty="0"/>
              <a:t> </a:t>
            </a:r>
            <a:r>
              <a:rPr lang="es-ES" dirty="0" err="1"/>
              <a:t>Intelligent</a:t>
            </a:r>
            <a:r>
              <a:rPr lang="es-ES" dirty="0"/>
              <a:t> </a:t>
            </a:r>
            <a:r>
              <a:rPr lang="es-ES" dirty="0" err="1"/>
              <a:t>Physical</a:t>
            </a:r>
            <a:r>
              <a:rPr lang="es-ES" dirty="0"/>
              <a:t> </a:t>
            </a:r>
            <a:r>
              <a:rPr lang="es-ES" dirty="0" err="1"/>
              <a:t>Agents</a:t>
            </a:r>
            <a:endParaRPr lang="es-ES" dirty="0"/>
          </a:p>
          <a:p>
            <a:r>
              <a:rPr lang="es-ES" dirty="0"/>
              <a:t>JADE permite la coordinación de agentes que son conformes al estándar definido por FIPA para la comunicación entre agentes</a:t>
            </a:r>
          </a:p>
          <a:p>
            <a:pPr lvl="1"/>
            <a:r>
              <a:rPr lang="es-ES" dirty="0"/>
              <a:t>En particular, el uso de los protocolos de interacción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1D7FD67-A586-0841-8081-355EDAAC7EA0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39A92189-4A1C-DB4D-A308-1760EA4C79C7}" type="slidenum">
              <a:rPr lang="en-GB" smtClean="0"/>
              <a:pPr/>
              <a:t>2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22376623"/>
      </p:ext>
    </p:extLst>
  </p:cSld>
  <p:clrMapOvr>
    <a:masterClrMapping/>
  </p:clrMapOvr>
  <p:transition spd="slow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661785-6346-0A4B-8496-557C549949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Arquitectura JADE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78A1FAA-96AD-0047-B075-17268C998FD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78706" y="2060848"/>
            <a:ext cx="3006205" cy="2736304"/>
          </a:xfrm>
        </p:spPr>
        <p:txBody>
          <a:bodyPr/>
          <a:lstStyle/>
          <a:p>
            <a:r>
              <a:rPr lang="es-ES" sz="2000" dirty="0"/>
              <a:t>Plataforma</a:t>
            </a:r>
          </a:p>
          <a:p>
            <a:r>
              <a:rPr lang="es-ES" sz="2000" dirty="0"/>
              <a:t>Contenedor</a:t>
            </a:r>
          </a:p>
          <a:p>
            <a:r>
              <a:rPr lang="es-ES" sz="2000" dirty="0"/>
              <a:t>AMS (</a:t>
            </a:r>
            <a:r>
              <a:rPr lang="es-ES" sz="2000" i="1" dirty="0" err="1"/>
              <a:t>Agent</a:t>
            </a:r>
            <a:r>
              <a:rPr lang="es-ES" sz="2000" i="1" dirty="0"/>
              <a:t> Management </a:t>
            </a:r>
            <a:r>
              <a:rPr lang="es-ES" sz="2000" i="1" dirty="0" err="1"/>
              <a:t>System</a:t>
            </a:r>
            <a:r>
              <a:rPr lang="es-ES" sz="2000" dirty="0"/>
              <a:t>)</a:t>
            </a:r>
          </a:p>
          <a:p>
            <a:r>
              <a:rPr lang="es-ES" sz="2000" dirty="0"/>
              <a:t>DF (</a:t>
            </a:r>
            <a:r>
              <a:rPr lang="es-ES" sz="2000" i="1" dirty="0" err="1"/>
              <a:t>Directory</a:t>
            </a:r>
            <a:r>
              <a:rPr lang="es-ES" sz="2000" i="1" dirty="0"/>
              <a:t> </a:t>
            </a:r>
            <a:r>
              <a:rPr lang="es-ES" sz="2000" i="1" dirty="0" err="1"/>
              <a:t>Facilitator</a:t>
            </a:r>
            <a:r>
              <a:rPr lang="es-ES" sz="2000" dirty="0"/>
              <a:t>)</a:t>
            </a:r>
          </a:p>
          <a:p>
            <a:r>
              <a:rPr lang="es-ES" sz="2000" dirty="0"/>
              <a:t>Agente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E34F579-EE88-5C46-A935-8B38009C68BF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39A92189-4A1C-DB4D-A308-1760EA4C79C7}" type="slidenum">
              <a:rPr lang="en-GB" smtClean="0"/>
              <a:pPr/>
              <a:t>3</a:t>
            </a:fld>
            <a:endParaRPr lang="en-GB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7ED1D8AA-09A1-E642-8B4D-2C8029F6C734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934" t="1086" r="6087" b="3083"/>
          <a:stretch/>
        </p:blipFill>
        <p:spPr>
          <a:xfrm>
            <a:off x="570018" y="1682885"/>
            <a:ext cx="5586158" cy="47704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72056486"/>
      </p:ext>
    </p:extLst>
  </p:cSld>
  <p:clrMapOvr>
    <a:masterClrMapping/>
  </p:clrMapOvr>
  <p:transition spd="slow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9A66B1-0667-8A4F-BD23-5FD8DCA31D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Elementos de la plataforma (i)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B4F8CDA-5BA4-B547-938B-60B5AC0923B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35960" y="1584543"/>
            <a:ext cx="3674368" cy="4572000"/>
          </a:xfrm>
        </p:spPr>
        <p:txBody>
          <a:bodyPr/>
          <a:lstStyle/>
          <a:p>
            <a:r>
              <a:rPr lang="es-ES" dirty="0"/>
              <a:t>Agente</a:t>
            </a:r>
          </a:p>
          <a:p>
            <a:r>
              <a:rPr lang="es-ES" dirty="0" err="1"/>
              <a:t>Directory</a:t>
            </a:r>
            <a:r>
              <a:rPr lang="es-ES" dirty="0"/>
              <a:t> </a:t>
            </a:r>
            <a:r>
              <a:rPr lang="es-ES" dirty="0" err="1"/>
              <a:t>Facilitator</a:t>
            </a:r>
            <a:r>
              <a:rPr lang="es-ES" dirty="0"/>
              <a:t> (DF)</a:t>
            </a:r>
          </a:p>
          <a:p>
            <a:pPr lvl="1"/>
            <a:r>
              <a:rPr lang="es-ES" dirty="0"/>
              <a:t>Páginas amarillas. Información sobre los servicios proveídos por los agentes registrados</a:t>
            </a:r>
          </a:p>
          <a:p>
            <a:r>
              <a:rPr lang="es-ES" dirty="0" err="1"/>
              <a:t>Agent</a:t>
            </a:r>
            <a:r>
              <a:rPr lang="es-ES" dirty="0"/>
              <a:t> Management </a:t>
            </a:r>
            <a:r>
              <a:rPr lang="es-ES" dirty="0" err="1"/>
              <a:t>System</a:t>
            </a:r>
            <a:r>
              <a:rPr lang="es-ES" dirty="0"/>
              <a:t> (AMS)</a:t>
            </a:r>
          </a:p>
          <a:p>
            <a:pPr lvl="1"/>
            <a:r>
              <a:rPr lang="es-ES" dirty="0"/>
              <a:t>Páginas blancas. Dirección de los agentes registrados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1584AA5-214A-E94D-9077-18122A776E1A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39A92189-4A1C-DB4D-A308-1760EA4C79C7}" type="slidenum">
              <a:rPr lang="en-GB" smtClean="0"/>
              <a:pPr/>
              <a:t>4</a:t>
            </a:fld>
            <a:endParaRPr lang="en-GB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EDB40EE-7C60-8643-B2A6-EDAC37061CF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1560" y="2132856"/>
            <a:ext cx="4724400" cy="3479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69169369"/>
      </p:ext>
    </p:extLst>
  </p:cSld>
  <p:clrMapOvr>
    <a:masterClrMapping/>
  </p:clrMapOvr>
  <p:transition spd="slow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9A66B1-0667-8A4F-BD23-5FD8DCA31D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Elementos de la plataforma (ii)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B4F8CDA-5BA4-B547-938B-60B5AC0923B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499293" y="1957388"/>
            <a:ext cx="3674368" cy="4572000"/>
          </a:xfrm>
        </p:spPr>
        <p:txBody>
          <a:bodyPr/>
          <a:lstStyle/>
          <a:p>
            <a:r>
              <a:rPr lang="es-ES" dirty="0" err="1"/>
              <a:t>Message</a:t>
            </a:r>
            <a:r>
              <a:rPr lang="es-ES" dirty="0"/>
              <a:t> </a:t>
            </a:r>
            <a:r>
              <a:rPr lang="es-ES" dirty="0" err="1"/>
              <a:t>Transport</a:t>
            </a:r>
            <a:r>
              <a:rPr lang="es-ES" dirty="0"/>
              <a:t> </a:t>
            </a:r>
            <a:r>
              <a:rPr lang="es-ES" dirty="0" err="1"/>
              <a:t>System</a:t>
            </a:r>
            <a:r>
              <a:rPr lang="es-ES" dirty="0"/>
              <a:t> (MTS)</a:t>
            </a:r>
          </a:p>
          <a:p>
            <a:pPr lvl="1"/>
            <a:r>
              <a:rPr lang="es-ES" dirty="0"/>
              <a:t>Protocolo de red para enviar mensajes entre agentes en la misma plataforma u otra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1584AA5-214A-E94D-9077-18122A776E1A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39A92189-4A1C-DB4D-A308-1760EA4C79C7}" type="slidenum">
              <a:rPr lang="en-GB" smtClean="0"/>
              <a:pPr/>
              <a:t>5</a:t>
            </a:fld>
            <a:endParaRPr lang="en-GB"/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973C4D22-EC63-8B44-8052-45349DE14591}"/>
              </a:ext>
            </a:extLst>
          </p:cNvPr>
          <p:cNvGrpSpPr/>
          <p:nvPr/>
        </p:nvGrpSpPr>
        <p:grpSpPr>
          <a:xfrm>
            <a:off x="683568" y="4641154"/>
            <a:ext cx="4771961" cy="1743533"/>
            <a:chOff x="2465001" y="4818236"/>
            <a:chExt cx="4771961" cy="1743533"/>
          </a:xfrm>
        </p:grpSpPr>
        <p:pic>
          <p:nvPicPr>
            <p:cNvPr id="14" name="Picture 13">
              <a:extLst>
                <a:ext uri="{FF2B5EF4-FFF2-40B4-BE49-F238E27FC236}">
                  <a16:creationId xmlns:a16="http://schemas.microsoft.com/office/drawing/2014/main" id="{B398AAFB-A1E6-4447-8050-34FC91124AC6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t="4139" b="83445"/>
            <a:stretch/>
          </p:blipFill>
          <p:spPr>
            <a:xfrm>
              <a:off x="2508881" y="5906901"/>
              <a:ext cx="4724400" cy="432048"/>
            </a:xfrm>
            <a:prstGeom prst="rect">
              <a:avLst/>
            </a:prstGeom>
          </p:spPr>
        </p:pic>
        <p:pic>
          <p:nvPicPr>
            <p:cNvPr id="15" name="Picture 14">
              <a:extLst>
                <a:ext uri="{FF2B5EF4-FFF2-40B4-BE49-F238E27FC236}">
                  <a16:creationId xmlns:a16="http://schemas.microsoft.com/office/drawing/2014/main" id="{24E170D6-700E-8D4E-9C23-F8CE42AD6D88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b="93597"/>
            <a:stretch/>
          </p:blipFill>
          <p:spPr>
            <a:xfrm rot="10800000">
              <a:off x="2465001" y="6338949"/>
              <a:ext cx="4724400" cy="222820"/>
            </a:xfrm>
            <a:prstGeom prst="rect">
              <a:avLst/>
            </a:prstGeom>
          </p:spPr>
        </p:pic>
        <p:pic>
          <p:nvPicPr>
            <p:cNvPr id="16" name="Picture 15">
              <a:extLst>
                <a:ext uri="{FF2B5EF4-FFF2-40B4-BE49-F238E27FC236}">
                  <a16:creationId xmlns:a16="http://schemas.microsoft.com/office/drawing/2014/main" id="{7C265734-15A7-F44C-8626-59AEB4882D18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t="39066" b="29895"/>
            <a:stretch/>
          </p:blipFill>
          <p:spPr>
            <a:xfrm>
              <a:off x="2508881" y="4818236"/>
              <a:ext cx="4724400" cy="1080120"/>
            </a:xfrm>
            <a:prstGeom prst="rect">
              <a:avLst/>
            </a:prstGeom>
          </p:spPr>
        </p:pic>
        <p:pic>
          <p:nvPicPr>
            <p:cNvPr id="17" name="Picture 16">
              <a:extLst>
                <a:ext uri="{FF2B5EF4-FFF2-40B4-BE49-F238E27FC236}">
                  <a16:creationId xmlns:a16="http://schemas.microsoft.com/office/drawing/2014/main" id="{7A7D92B8-589C-EB41-9625-098A78C73D31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b="93597"/>
            <a:stretch/>
          </p:blipFill>
          <p:spPr>
            <a:xfrm>
              <a:off x="2512562" y="4826781"/>
              <a:ext cx="4724400" cy="222820"/>
            </a:xfrm>
            <a:prstGeom prst="rect">
              <a:avLst/>
            </a:prstGeom>
          </p:spPr>
        </p:pic>
        <p:pic>
          <p:nvPicPr>
            <p:cNvPr id="18" name="Picture 17">
              <a:extLst>
                <a:ext uri="{FF2B5EF4-FFF2-40B4-BE49-F238E27FC236}">
                  <a16:creationId xmlns:a16="http://schemas.microsoft.com/office/drawing/2014/main" id="{673D15CC-E65C-ED40-BBC9-3B7091D1512A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l="71636" t="3871" r="5502" b="85782"/>
            <a:stretch/>
          </p:blipFill>
          <p:spPr>
            <a:xfrm>
              <a:off x="2555776" y="4934184"/>
              <a:ext cx="4445729" cy="392009"/>
            </a:xfrm>
            <a:prstGeom prst="rect">
              <a:avLst/>
            </a:prstGeom>
          </p:spPr>
        </p:pic>
      </p:grpSp>
      <p:grpSp>
        <p:nvGrpSpPr>
          <p:cNvPr id="19" name="Group 18">
            <a:extLst>
              <a:ext uri="{FF2B5EF4-FFF2-40B4-BE49-F238E27FC236}">
                <a16:creationId xmlns:a16="http://schemas.microsoft.com/office/drawing/2014/main" id="{E497D2F0-4EE6-7C45-8FF3-CB6269E83F78}"/>
              </a:ext>
            </a:extLst>
          </p:cNvPr>
          <p:cNvGrpSpPr/>
          <p:nvPr/>
        </p:nvGrpSpPr>
        <p:grpSpPr>
          <a:xfrm>
            <a:off x="726132" y="1549996"/>
            <a:ext cx="4724400" cy="2835126"/>
            <a:chOff x="4572000" y="1257287"/>
            <a:chExt cx="4724400" cy="2835126"/>
          </a:xfrm>
        </p:grpSpPr>
        <p:pic>
          <p:nvPicPr>
            <p:cNvPr id="20" name="Picture 19">
              <a:extLst>
                <a:ext uri="{FF2B5EF4-FFF2-40B4-BE49-F238E27FC236}">
                  <a16:creationId xmlns:a16="http://schemas.microsoft.com/office/drawing/2014/main" id="{C7545CE9-7401-7A4E-94EF-88AF2EE63030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b="18526"/>
            <a:stretch/>
          </p:blipFill>
          <p:spPr>
            <a:xfrm>
              <a:off x="4572000" y="1257287"/>
              <a:ext cx="4724400" cy="2835126"/>
            </a:xfrm>
            <a:prstGeom prst="rect">
              <a:avLst/>
            </a:prstGeom>
          </p:spPr>
        </p:pic>
        <p:pic>
          <p:nvPicPr>
            <p:cNvPr id="21" name="Picture 20">
              <a:extLst>
                <a:ext uri="{FF2B5EF4-FFF2-40B4-BE49-F238E27FC236}">
                  <a16:creationId xmlns:a16="http://schemas.microsoft.com/office/drawing/2014/main" id="{E9F948D1-9650-9B43-ABA8-B176C7E40B4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l="71636" t="3871" r="5502" b="85782"/>
            <a:stretch/>
          </p:blipFill>
          <p:spPr>
            <a:xfrm>
              <a:off x="4723423" y="3663969"/>
              <a:ext cx="4445729" cy="392009"/>
            </a:xfrm>
            <a:prstGeom prst="rect">
              <a:avLst/>
            </a:prstGeom>
          </p:spPr>
        </p:pic>
      </p:grpSp>
      <p:cxnSp>
        <p:nvCxnSpPr>
          <p:cNvPr id="22" name="Elbow Connector 21">
            <a:extLst>
              <a:ext uri="{FF2B5EF4-FFF2-40B4-BE49-F238E27FC236}">
                <a16:creationId xmlns:a16="http://schemas.microsoft.com/office/drawing/2014/main" id="{08F96851-C777-5A46-9552-A083404D41C1}"/>
              </a:ext>
            </a:extLst>
          </p:cNvPr>
          <p:cNvCxnSpPr>
            <a:cxnSpLocks/>
          </p:cNvCxnSpPr>
          <p:nvPr/>
        </p:nvCxnSpPr>
        <p:spPr bwMode="auto">
          <a:xfrm rot="5400000">
            <a:off x="2443994" y="4545636"/>
            <a:ext cx="1205248" cy="1702"/>
          </a:xfrm>
          <a:prstGeom prst="bentConnector3">
            <a:avLst/>
          </a:prstGeom>
          <a:solidFill>
            <a:srgbClr val="FFCC99"/>
          </a:solidFill>
          <a:ln w="22225" cap="flat" cmpd="sng" algn="ctr">
            <a:solidFill>
              <a:schemeClr val="tx1"/>
            </a:solidFill>
            <a:prstDash val="solid"/>
            <a:round/>
            <a:headEnd type="triangle"/>
            <a:tailEnd type="triangle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</p:cxnSp>
    </p:spTree>
    <p:extLst>
      <p:ext uri="{BB962C8B-B14F-4D97-AF65-F5344CB8AC3E}">
        <p14:creationId xmlns:p14="http://schemas.microsoft.com/office/powerpoint/2010/main" val="763815034"/>
      </p:ext>
    </p:extLst>
  </p:cSld>
  <p:clrMapOvr>
    <a:masterClrMapping/>
  </p:clrMapOvr>
  <p:transition spd="slow"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FD1358-0033-1349-8BDC-8A1EBFA6FA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Servicios ofrecidos por el DF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91886F7-FA60-394A-8BFD-2D4D0D14945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ES" dirty="0"/>
              <a:t>DF</a:t>
            </a:r>
          </a:p>
          <a:p>
            <a:pPr lvl="1"/>
            <a:r>
              <a:rPr lang="es-ES" dirty="0" err="1"/>
              <a:t>Register</a:t>
            </a:r>
            <a:endParaRPr lang="es-ES" dirty="0"/>
          </a:p>
          <a:p>
            <a:pPr lvl="1"/>
            <a:r>
              <a:rPr lang="es-ES" dirty="0" err="1"/>
              <a:t>Unregister</a:t>
            </a:r>
            <a:endParaRPr lang="es-ES" dirty="0"/>
          </a:p>
          <a:p>
            <a:pPr lvl="1"/>
            <a:r>
              <a:rPr lang="es-ES" dirty="0" err="1"/>
              <a:t>Modify</a:t>
            </a:r>
            <a:endParaRPr lang="es-ES" dirty="0"/>
          </a:p>
          <a:p>
            <a:pPr lvl="1"/>
            <a:r>
              <a:rPr lang="es-ES" dirty="0" err="1"/>
              <a:t>Search</a:t>
            </a:r>
            <a:endParaRPr lang="es-ES" dirty="0"/>
          </a:p>
          <a:p>
            <a:pPr lvl="1"/>
            <a:endParaRPr lang="es-E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8850005-E05A-BC48-A6B6-840B9DD1488C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39A92189-4A1C-DB4D-A308-1760EA4C79C7}" type="slidenum">
              <a:rPr lang="en-GB" smtClean="0"/>
              <a:pPr/>
              <a:t>6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46774197"/>
      </p:ext>
    </p:extLst>
  </p:cSld>
  <p:clrMapOvr>
    <a:masterClrMapping/>
  </p:clrMapOvr>
  <p:transition spd="slow"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5F6505-9944-3741-9776-F9181F49D0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Tareas de gestión de la plataforma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35D4B8D-9361-FF4F-9869-7DA2DEE97AC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ES" dirty="0"/>
              <a:t>Crear un agente</a:t>
            </a:r>
          </a:p>
          <a:p>
            <a:r>
              <a:rPr lang="es-ES" dirty="0"/>
              <a:t>Suspender la ejecución de un agente</a:t>
            </a:r>
          </a:p>
          <a:p>
            <a:r>
              <a:rPr lang="es-ES" dirty="0"/>
              <a:t>Continuar la ejecución de un agente</a:t>
            </a:r>
          </a:p>
          <a:p>
            <a:r>
              <a:rPr lang="es-ES" dirty="0"/>
              <a:t>Matar un agente</a:t>
            </a:r>
          </a:p>
          <a:p>
            <a:r>
              <a:rPr lang="es-ES" dirty="0"/>
              <a:t>Gestión de la plataforma (que MTP están permitidos, políticas de contenedores…)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9DC212F-FC30-A743-80EF-C06F0ECF632A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39A92189-4A1C-DB4D-A308-1760EA4C79C7}" type="slidenum">
              <a:rPr lang="en-GB" smtClean="0"/>
              <a:pPr/>
              <a:t>7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23539162"/>
      </p:ext>
    </p:extLst>
  </p:cSld>
  <p:clrMapOvr>
    <a:masterClrMapping/>
  </p:clrMapOvr>
  <p:transition spd="slow"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799CD4-53B9-6A4D-968F-787FC246A7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Principales paquetes de JADE (i)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EA2D1F6-4055-3140-ADC0-CDEA7861C89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ES" b="1" dirty="0" err="1"/>
              <a:t>jade.core</a:t>
            </a:r>
            <a:r>
              <a:rPr lang="es-ES" dirty="0"/>
              <a:t>: núcleo del código; provee la clase </a:t>
            </a:r>
            <a:r>
              <a:rPr lang="es-ES" i="1" dirty="0" err="1"/>
              <a:t>Agent</a:t>
            </a:r>
            <a:endParaRPr lang="es-ES" dirty="0"/>
          </a:p>
          <a:p>
            <a:endParaRPr lang="es-ES" b="1" dirty="0"/>
          </a:p>
          <a:p>
            <a:r>
              <a:rPr lang="es-ES" b="1" dirty="0" err="1"/>
              <a:t>jade.core.behaviours</a:t>
            </a:r>
            <a:r>
              <a:rPr lang="es-ES" dirty="0"/>
              <a:t>: jerarquía de comportamientos disponibles, siendo </a:t>
            </a:r>
            <a:r>
              <a:rPr lang="es-ES" i="1" dirty="0" err="1"/>
              <a:t>Behaviour</a:t>
            </a:r>
            <a:r>
              <a:rPr lang="es-ES" dirty="0"/>
              <a:t> la clase raíz</a:t>
            </a:r>
          </a:p>
          <a:p>
            <a:endParaRPr lang="es-ES" b="1" dirty="0"/>
          </a:p>
          <a:p>
            <a:r>
              <a:rPr lang="es-ES" b="1" dirty="0" err="1"/>
              <a:t>jade.domain</a:t>
            </a:r>
            <a:r>
              <a:rPr lang="es-ES" dirty="0"/>
              <a:t>: elementos de gestión (i.e., AMS, DF)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79A6CE8-F32A-9740-84B1-5E691770FB0B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39A92189-4A1C-DB4D-A308-1760EA4C79C7}" type="slidenum">
              <a:rPr lang="en-GB" smtClean="0"/>
              <a:pPr/>
              <a:t>8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17702766"/>
      </p:ext>
    </p:extLst>
  </p:cSld>
  <p:clrMapOvr>
    <a:masterClrMapping/>
  </p:clrMapOvr>
  <p:transition spd="slow"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799CD4-53B9-6A4D-968F-787FC246A7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Principales paquetes de JADE (ii)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EA2D1F6-4055-3140-ADC0-CDEA7861C89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ES" b="1" dirty="0" err="1"/>
              <a:t>jade.lang.acl</a:t>
            </a:r>
            <a:r>
              <a:rPr lang="es-ES" dirty="0"/>
              <a:t>: mensajes; contiene la clase </a:t>
            </a:r>
            <a:r>
              <a:rPr lang="es-ES" i="1" dirty="0" err="1"/>
              <a:t>ACLMessage</a:t>
            </a:r>
            <a:endParaRPr lang="es-ES" dirty="0"/>
          </a:p>
          <a:p>
            <a:endParaRPr lang="es-ES" b="1" dirty="0"/>
          </a:p>
          <a:p>
            <a:r>
              <a:rPr lang="es-ES" b="1" dirty="0" err="1"/>
              <a:t>jade.proto</a:t>
            </a:r>
            <a:r>
              <a:rPr lang="es-ES" dirty="0"/>
              <a:t>: protocolos FIPA implementados</a:t>
            </a:r>
          </a:p>
          <a:p>
            <a:endParaRPr lang="es-ES" b="1" dirty="0"/>
          </a:p>
          <a:p>
            <a:r>
              <a:rPr lang="es-ES" b="1" dirty="0" err="1"/>
              <a:t>jade.content</a:t>
            </a:r>
            <a:r>
              <a:rPr lang="es-ES" dirty="0"/>
              <a:t>: definición de ontologías</a:t>
            </a:r>
          </a:p>
          <a:p>
            <a:endParaRPr lang="es-ES" dirty="0"/>
          </a:p>
          <a:p>
            <a:r>
              <a:rPr lang="es-ES" b="1" dirty="0" err="1"/>
              <a:t>jade.tools</a:t>
            </a:r>
            <a:r>
              <a:rPr lang="es-ES" dirty="0"/>
              <a:t>: herramientas adicionales (</a:t>
            </a:r>
            <a:r>
              <a:rPr lang="es-ES" dirty="0" err="1"/>
              <a:t>Sniffer</a:t>
            </a:r>
            <a:r>
              <a:rPr lang="es-ES" dirty="0"/>
              <a:t>, </a:t>
            </a:r>
            <a:r>
              <a:rPr lang="es-ES" dirty="0" err="1"/>
              <a:t>DummyAgent</a:t>
            </a:r>
            <a:r>
              <a:rPr lang="es-ES" dirty="0"/>
              <a:t>)</a:t>
            </a:r>
          </a:p>
          <a:p>
            <a:endParaRPr lang="es-E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79A6CE8-F32A-9740-84B1-5E691770FB0B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39A92189-4A1C-DB4D-A308-1760EA4C79C7}" type="slidenum">
              <a:rPr lang="en-GB" smtClean="0"/>
              <a:pPr/>
              <a:t>9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18903732"/>
      </p:ext>
    </p:extLst>
  </p:cSld>
  <p:clrMapOvr>
    <a:masterClrMapping/>
  </p:clrMapOvr>
  <p:transition spd="slow"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30DEFA-E04F-FA42-8F5A-F985DF9659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Iniciando JADE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883E9E0-0C02-0E4D-8AB1-D07F1F6F560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ES" dirty="0"/>
              <a:t>Descargad JADE de esta URL</a:t>
            </a:r>
          </a:p>
          <a:p>
            <a:pPr lvl="1"/>
            <a:r>
              <a:rPr lang="es-ES" dirty="0">
                <a:hlinkClick r:id="rId2"/>
              </a:rPr>
              <a:t>http://jade.tilab.com/download/jade/</a:t>
            </a:r>
            <a:endParaRPr lang="es-ES" dirty="0"/>
          </a:p>
          <a:p>
            <a:pPr lvl="1"/>
            <a:r>
              <a:rPr lang="es-ES" dirty="0"/>
              <a:t>Descargad la opción </a:t>
            </a:r>
            <a:r>
              <a:rPr lang="es-ES" dirty="0" err="1"/>
              <a:t>jadeAll</a:t>
            </a:r>
            <a:r>
              <a:rPr lang="es-ES" dirty="0"/>
              <a:t> (17.7Mb)</a:t>
            </a:r>
          </a:p>
          <a:p>
            <a:r>
              <a:rPr lang="es-ES" dirty="0"/>
              <a:t>Ve a la carpeta jade y ejecuta</a:t>
            </a:r>
          </a:p>
          <a:p>
            <a:pPr lvl="1"/>
            <a:r>
              <a:rPr lang="es-ES" dirty="0">
                <a:latin typeface="Consolas" panose="020B0609020204030204" pitchFamily="49" charset="0"/>
                <a:cs typeface="Consolas" panose="020B0609020204030204" pitchFamily="49" charset="0"/>
              </a:rPr>
              <a:t>java –</a:t>
            </a:r>
            <a:r>
              <a:rPr lang="es-ES" dirty="0" err="1">
                <a:latin typeface="Consolas" panose="020B0609020204030204" pitchFamily="49" charset="0"/>
                <a:cs typeface="Consolas" panose="020B0609020204030204" pitchFamily="49" charset="0"/>
              </a:rPr>
              <a:t>cp</a:t>
            </a:r>
            <a:r>
              <a:rPr lang="es-ES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s-ES" dirty="0" err="1">
                <a:latin typeface="Consolas" panose="020B0609020204030204" pitchFamily="49" charset="0"/>
                <a:cs typeface="Consolas" panose="020B0609020204030204" pitchFamily="49" charset="0"/>
              </a:rPr>
              <a:t>lib</a:t>
            </a:r>
            <a:r>
              <a:rPr lang="es-ES" dirty="0">
                <a:latin typeface="Consolas" panose="020B0609020204030204" pitchFamily="49" charset="0"/>
                <a:cs typeface="Consolas" panose="020B0609020204030204" pitchFamily="49" charset="0"/>
              </a:rPr>
              <a:t>/</a:t>
            </a:r>
            <a:r>
              <a:rPr lang="es-ES" dirty="0" err="1">
                <a:latin typeface="Consolas" panose="020B0609020204030204" pitchFamily="49" charset="0"/>
                <a:cs typeface="Consolas" panose="020B0609020204030204" pitchFamily="49" charset="0"/>
              </a:rPr>
              <a:t>jade.jar</a:t>
            </a:r>
            <a:r>
              <a:rPr lang="es-ES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s-ES" dirty="0" err="1">
                <a:latin typeface="Consolas" panose="020B0609020204030204" pitchFamily="49" charset="0"/>
                <a:cs typeface="Consolas" panose="020B0609020204030204" pitchFamily="49" charset="0"/>
              </a:rPr>
              <a:t>jade.Boot</a:t>
            </a:r>
            <a:r>
              <a:rPr lang="es-ES" dirty="0">
                <a:latin typeface="Consolas" panose="020B0609020204030204" pitchFamily="49" charset="0"/>
                <a:cs typeface="Consolas" panose="020B0609020204030204" pitchFamily="49" charset="0"/>
              </a:rPr>
              <a:t> –</a:t>
            </a:r>
            <a:r>
              <a:rPr lang="es-ES" dirty="0" err="1">
                <a:latin typeface="Consolas" panose="020B0609020204030204" pitchFamily="49" charset="0"/>
                <a:cs typeface="Consolas" panose="020B0609020204030204" pitchFamily="49" charset="0"/>
              </a:rPr>
              <a:t>gui</a:t>
            </a:r>
            <a:endParaRPr lang="es-ES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lvl="1"/>
            <a:r>
              <a:rPr lang="es-ES" dirty="0"/>
              <a:t>En general</a:t>
            </a:r>
          </a:p>
          <a:p>
            <a:pPr lvl="2"/>
            <a:r>
              <a:rPr lang="es-ES" dirty="0">
                <a:latin typeface="Consolas" panose="020B0609020204030204" pitchFamily="49" charset="0"/>
                <a:cs typeface="Consolas" panose="020B0609020204030204" pitchFamily="49" charset="0"/>
              </a:rPr>
              <a:t>java </a:t>
            </a:r>
            <a:r>
              <a:rPr lang="es-ES" dirty="0" err="1">
                <a:latin typeface="Consolas" panose="020B0609020204030204" pitchFamily="49" charset="0"/>
                <a:cs typeface="Consolas" panose="020B0609020204030204" pitchFamily="49" charset="0"/>
              </a:rPr>
              <a:t>jade.Boot</a:t>
            </a:r>
            <a:r>
              <a:rPr lang="es-ES" dirty="0">
                <a:latin typeface="Consolas" panose="020B0609020204030204" pitchFamily="49" charset="0"/>
                <a:cs typeface="Consolas" panose="020B0609020204030204" pitchFamily="49" charset="0"/>
              </a:rPr>
              <a:t> [</a:t>
            </a:r>
            <a:r>
              <a:rPr lang="es-ES" dirty="0" err="1">
                <a:latin typeface="Consolas" panose="020B0609020204030204" pitchFamily="49" charset="0"/>
                <a:cs typeface="Consolas" panose="020B0609020204030204" pitchFamily="49" charset="0"/>
              </a:rPr>
              <a:t>options</a:t>
            </a:r>
            <a:r>
              <a:rPr lang="es-ES" dirty="0">
                <a:latin typeface="Consolas" panose="020B0609020204030204" pitchFamily="49" charset="0"/>
                <a:cs typeface="Consolas" panose="020B0609020204030204" pitchFamily="49" charset="0"/>
              </a:rPr>
              <a:t>] [</a:t>
            </a:r>
            <a:r>
              <a:rPr lang="es-ES" dirty="0" err="1">
                <a:latin typeface="Consolas" panose="020B0609020204030204" pitchFamily="49" charset="0"/>
                <a:cs typeface="Consolas" panose="020B0609020204030204" pitchFamily="49" charset="0"/>
              </a:rPr>
              <a:t>AgentSpecificer</a:t>
            </a:r>
            <a:r>
              <a:rPr lang="es-ES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s-ES" dirty="0" err="1">
                <a:latin typeface="Consolas" panose="020B0609020204030204" pitchFamily="49" charset="0"/>
                <a:cs typeface="Consolas" panose="020B0609020204030204" pitchFamily="49" charset="0"/>
              </a:rPr>
              <a:t>list</a:t>
            </a:r>
            <a:r>
              <a:rPr lang="es-ES" dirty="0">
                <a:latin typeface="Consolas" panose="020B0609020204030204" pitchFamily="49" charset="0"/>
                <a:cs typeface="Consolas" panose="020B0609020204030204" pitchFamily="49" charset="0"/>
              </a:rPr>
              <a:t>]</a:t>
            </a:r>
          </a:p>
          <a:p>
            <a:pPr lvl="2"/>
            <a:r>
              <a:rPr lang="es-ES" dirty="0">
                <a:latin typeface="+mj-lt"/>
                <a:cs typeface="Consolas" panose="020B0609020204030204" pitchFamily="49" charset="0"/>
              </a:rPr>
              <a:t>Ejemplo: </a:t>
            </a:r>
            <a:r>
              <a:rPr lang="es-ES" dirty="0">
                <a:latin typeface="Consolas" panose="020B0609020204030204" pitchFamily="49" charset="0"/>
                <a:cs typeface="Consolas" panose="020B0609020204030204" pitchFamily="49" charset="0"/>
              </a:rPr>
              <a:t>java </a:t>
            </a:r>
            <a:r>
              <a:rPr lang="es-ES" dirty="0" err="1">
                <a:latin typeface="Consolas" panose="020B0609020204030204" pitchFamily="49" charset="0"/>
                <a:cs typeface="Consolas" panose="020B0609020204030204" pitchFamily="49" charset="0"/>
              </a:rPr>
              <a:t>jade.Boot</a:t>
            </a:r>
            <a:r>
              <a:rPr lang="es-ES" dirty="0">
                <a:latin typeface="Consolas" panose="020B0609020204030204" pitchFamily="49" charset="0"/>
                <a:cs typeface="Consolas" panose="020B0609020204030204" pitchFamily="49" charset="0"/>
              </a:rPr>
              <a:t> –</a:t>
            </a:r>
            <a:r>
              <a:rPr lang="es-ES" dirty="0" err="1">
                <a:latin typeface="Consolas" panose="020B0609020204030204" pitchFamily="49" charset="0"/>
                <a:cs typeface="Consolas" panose="020B0609020204030204" pitchFamily="49" charset="0"/>
              </a:rPr>
              <a:t>gui</a:t>
            </a:r>
            <a:r>
              <a:rPr lang="es-ES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s-ES" dirty="0" err="1">
                <a:latin typeface="Consolas" panose="020B0609020204030204" pitchFamily="49" charset="0"/>
                <a:cs typeface="Consolas" panose="020B0609020204030204" pitchFamily="49" charset="0"/>
              </a:rPr>
              <a:t>buyer:BuyerAgent</a:t>
            </a:r>
            <a:r>
              <a:rPr lang="es-ES" dirty="0">
                <a:latin typeface="Consolas" panose="020B0609020204030204" pitchFamily="49" charset="0"/>
                <a:cs typeface="Consolas" panose="020B0609020204030204" pitchFamily="49" charset="0"/>
              </a:rPr>
              <a:t>; seller:SellerAgent;seller2:SellerAgent</a:t>
            </a:r>
          </a:p>
          <a:p>
            <a:pPr lvl="1"/>
            <a:endParaRPr lang="es-ES" dirty="0"/>
          </a:p>
          <a:p>
            <a:endParaRPr lang="es-E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1EEE5EE-AB4C-8E4C-B820-4D0FDBDA83B5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39A92189-4A1C-DB4D-A308-1760EA4C79C7}" type="slidenum">
              <a:rPr lang="en-GB" smtClean="0"/>
              <a:pPr/>
              <a:t>10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531892796"/>
      </p:ext>
    </p:extLst>
  </p:cSld>
  <p:clrMapOvr>
    <a:masterClrMapping/>
  </p:clrMapOvr>
  <p:transition spd="slow"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EE342D-3762-484F-83BE-032CA92821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 err="1"/>
              <a:t>HelloWorld</a:t>
            </a:r>
            <a:endParaRPr lang="es-E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E37A6DA-27FB-B444-998B-DF3FE4820DD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14399" y="1828800"/>
            <a:ext cx="8201025" cy="4572000"/>
          </a:xfrm>
        </p:spPr>
        <p:txBody>
          <a:bodyPr/>
          <a:lstStyle/>
          <a:p>
            <a:r>
              <a:rPr lang="es-ES" dirty="0"/>
              <a:t>Añade al CLASSPATH</a:t>
            </a:r>
          </a:p>
          <a:p>
            <a:pPr lvl="1"/>
            <a:r>
              <a:rPr lang="es-ES" dirty="0" err="1"/>
              <a:t>jade.jar</a:t>
            </a:r>
            <a:endParaRPr lang="es-ES" dirty="0"/>
          </a:p>
          <a:p>
            <a:pPr lvl="1"/>
            <a:r>
              <a:rPr lang="es-ES" dirty="0" err="1"/>
              <a:t>jadeExamples.jar</a:t>
            </a:r>
            <a:endParaRPr lang="es-ES" dirty="0"/>
          </a:p>
          <a:p>
            <a:pPr lvl="1"/>
            <a:r>
              <a:rPr lang="es-ES" dirty="0" err="1"/>
              <a:t>commons-codec</a:t>
            </a:r>
            <a:r>
              <a:rPr lang="es-ES" dirty="0"/>
              <a:t>/commons-codec-1.3.jar</a:t>
            </a:r>
          </a:p>
          <a:p>
            <a:pPr lvl="1"/>
            <a:r>
              <a:rPr lang="es-ES" dirty="0" err="1">
                <a:latin typeface="Consolas" panose="020B0609020204030204" pitchFamily="49" charset="0"/>
                <a:cs typeface="Consolas" panose="020B0609020204030204" pitchFamily="49" charset="0"/>
              </a:rPr>
              <a:t>export</a:t>
            </a:r>
            <a:r>
              <a:rPr lang="es-ES" dirty="0">
                <a:latin typeface="Consolas" panose="020B0609020204030204" pitchFamily="49" charset="0"/>
                <a:cs typeface="Consolas" panose="020B0609020204030204" pitchFamily="49" charset="0"/>
              </a:rPr>
              <a:t> CLASSPATH="$CLASSPATH:&lt;</a:t>
            </a:r>
            <a:r>
              <a:rPr lang="es-ES" dirty="0" err="1">
                <a:latin typeface="Consolas" panose="020B0609020204030204" pitchFamily="49" charset="0"/>
                <a:cs typeface="Consolas" panose="020B0609020204030204" pitchFamily="49" charset="0"/>
              </a:rPr>
              <a:t>full_path_to_each_jar_files</a:t>
            </a:r>
            <a:r>
              <a:rPr lang="es-ES" dirty="0">
                <a:latin typeface="Consolas" panose="020B0609020204030204" pitchFamily="49" charset="0"/>
                <a:cs typeface="Consolas" panose="020B0609020204030204" pitchFamily="49" charset="0"/>
              </a:rPr>
              <a:t>&gt;”</a:t>
            </a:r>
          </a:p>
          <a:p>
            <a:pPr lvl="1"/>
            <a:endParaRPr lang="es-ES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es-ES" dirty="0">
                <a:latin typeface="+mj-lt"/>
                <a:cs typeface="Consolas" panose="020B0609020204030204" pitchFamily="49" charset="0"/>
              </a:rPr>
              <a:t>Ejecutad </a:t>
            </a:r>
            <a:r>
              <a:rPr lang="es-ES" dirty="0" err="1">
                <a:latin typeface="+mj-lt"/>
                <a:cs typeface="Consolas" panose="020B0609020204030204" pitchFamily="49" charset="0"/>
              </a:rPr>
              <a:t>HelloWorldAgent</a:t>
            </a:r>
            <a:endParaRPr lang="es-ES" dirty="0">
              <a:latin typeface="+mj-lt"/>
              <a:cs typeface="Consolas" panose="020B0609020204030204" pitchFamily="49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758ACDC-3131-FC46-A012-79AAE030AC78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39A92189-4A1C-DB4D-A308-1760EA4C79C7}" type="slidenum">
              <a:rPr lang="en-GB" smtClean="0"/>
              <a:pPr/>
              <a:t>11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90595605"/>
      </p:ext>
    </p:extLst>
  </p:cSld>
  <p:clrMapOvr>
    <a:masterClrMapping/>
  </p:clrMapOvr>
  <p:transition spd="slow"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B3158B-B9B6-F04D-8AAA-588BB92DFD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Algunas opciones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ED83A04-8817-7540-8A76-B917D83D009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ES" dirty="0"/>
              <a:t>-</a:t>
            </a:r>
            <a:r>
              <a:rPr lang="es-ES" b="1" dirty="0" err="1"/>
              <a:t>container</a:t>
            </a:r>
            <a:r>
              <a:rPr lang="es-ES" dirty="0"/>
              <a:t>: Todos los nuevos agentes serán almacenados en un nuevo contenedor (por defecto todos los agentes son guardados en el </a:t>
            </a:r>
            <a:r>
              <a:rPr lang="es-ES" dirty="0" err="1"/>
              <a:t>main-container</a:t>
            </a:r>
            <a:r>
              <a:rPr lang="es-ES" dirty="0"/>
              <a:t>)</a:t>
            </a:r>
          </a:p>
          <a:p>
            <a:r>
              <a:rPr lang="es-ES" dirty="0"/>
              <a:t>-</a:t>
            </a:r>
            <a:r>
              <a:rPr lang="es-ES" b="1" dirty="0" err="1"/>
              <a:t>gui</a:t>
            </a:r>
            <a:r>
              <a:rPr lang="es-ES" dirty="0"/>
              <a:t>: inicia una interfaz gráfica (un agente interfaz, </a:t>
            </a:r>
            <a:r>
              <a:rPr lang="es-ES" i="1" dirty="0" err="1"/>
              <a:t>Remote</a:t>
            </a:r>
            <a:r>
              <a:rPr lang="es-ES" i="1" dirty="0"/>
              <a:t> Management </a:t>
            </a:r>
            <a:r>
              <a:rPr lang="es-ES" i="1" dirty="0" err="1"/>
              <a:t>Agent</a:t>
            </a:r>
            <a:r>
              <a:rPr lang="es-ES" dirty="0"/>
              <a:t>)</a:t>
            </a:r>
          </a:p>
          <a:p>
            <a:r>
              <a:rPr lang="es-ES" dirty="0"/>
              <a:t>-</a:t>
            </a:r>
            <a:r>
              <a:rPr lang="es-ES" b="1" dirty="0"/>
              <a:t>host</a:t>
            </a:r>
            <a:r>
              <a:rPr lang="es-ES" dirty="0"/>
              <a:t>: donde se ejecutarán los agentes</a:t>
            </a:r>
          </a:p>
          <a:p>
            <a:r>
              <a:rPr lang="es-ES" dirty="0"/>
              <a:t>-</a:t>
            </a:r>
            <a:r>
              <a:rPr lang="es-ES" b="1" dirty="0" err="1"/>
              <a:t>port</a:t>
            </a:r>
            <a:r>
              <a:rPr lang="es-ES" dirty="0"/>
              <a:t>: por defecto, 1099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A3DE620-7A92-4B49-9F6F-70EB4B237161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39A92189-4A1C-DB4D-A308-1760EA4C79C7}" type="slidenum">
              <a:rPr lang="en-GB" smtClean="0"/>
              <a:pPr/>
              <a:t>12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5887632"/>
      </p:ext>
    </p:extLst>
  </p:cSld>
  <p:clrMapOvr>
    <a:masterClrMapping/>
  </p:clrMapOvr>
  <p:transition spd="slow"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5ADD0F-E612-9749-B6DD-F6BB245C9C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Mensajes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EFB9A8-BA3C-5C46-BA33-65151043557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14400" y="1828800"/>
            <a:ext cx="4233664" cy="4572000"/>
          </a:xfrm>
        </p:spPr>
        <p:txBody>
          <a:bodyPr/>
          <a:lstStyle/>
          <a:p>
            <a:r>
              <a:rPr lang="es-ES" dirty="0"/>
              <a:t>Intercambio de mensajes</a:t>
            </a:r>
          </a:p>
          <a:p>
            <a:pPr lvl="1"/>
            <a:r>
              <a:rPr lang="es-ES" dirty="0"/>
              <a:t>Los agentes comparten datos a través de mensajes enviados desde un </a:t>
            </a:r>
            <a:r>
              <a:rPr lang="es-ES" i="1" dirty="0" err="1"/>
              <a:t>sender</a:t>
            </a:r>
            <a:r>
              <a:rPr lang="es-ES" dirty="0"/>
              <a:t> a un/os </a:t>
            </a:r>
            <a:r>
              <a:rPr lang="es-ES" i="1" dirty="0"/>
              <a:t>receiver/s</a:t>
            </a:r>
          </a:p>
          <a:p>
            <a:pPr lvl="1"/>
            <a:r>
              <a:rPr lang="es-ES" dirty="0"/>
              <a:t>Esto requiere de un lenguaje (</a:t>
            </a:r>
            <a:r>
              <a:rPr lang="es-ES" dirty="0" err="1"/>
              <a:t>e.g</a:t>
            </a:r>
            <a:r>
              <a:rPr lang="es-ES" dirty="0"/>
              <a:t>., FIPA-ACL)</a:t>
            </a:r>
          </a:p>
          <a:p>
            <a:pPr lvl="1"/>
            <a:r>
              <a:rPr lang="es-ES" dirty="0"/>
              <a:t>Y un protocolo de comunicación (reglas)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00D4EEB-7FB3-1449-95A3-CF981BD4E6F9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39A92189-4A1C-DB4D-A308-1760EA4C79C7}" type="slidenum">
              <a:rPr lang="en-GB" smtClean="0"/>
              <a:pPr/>
              <a:t>13</a:t>
            </a:fld>
            <a:endParaRPr lang="en-GB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7411A6CB-8F4F-6F44-977F-3049E40EA6E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36096" y="1837928"/>
            <a:ext cx="3416300" cy="3441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97632920"/>
      </p:ext>
    </p:extLst>
  </p:cSld>
  <p:clrMapOvr>
    <a:masterClrMapping/>
  </p:clrMapOvr>
  <p:transition spd="slow"/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15918A-4BF5-E14B-8A7E-66FDC22095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Mensajes ACL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1DB41B6-8FEE-6A43-A490-3BC3F414CF3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ES" dirty="0"/>
              <a:t>La clase </a:t>
            </a:r>
            <a:r>
              <a:rPr lang="es-ES" i="1" dirty="0" err="1"/>
              <a:t>ACLMessage</a:t>
            </a:r>
            <a:r>
              <a:rPr lang="es-ES" dirty="0"/>
              <a:t> representa los mensajes que pueden intercambiarse entre agentes</a:t>
            </a:r>
          </a:p>
          <a:p>
            <a:r>
              <a:rPr lang="es-ES" dirty="0"/>
              <a:t>Implementa las </a:t>
            </a:r>
            <a:r>
              <a:rPr lang="es-ES" dirty="0" err="1"/>
              <a:t>performativas</a:t>
            </a:r>
            <a:r>
              <a:rPr lang="es-ES" dirty="0"/>
              <a:t> FIPA tales como </a:t>
            </a:r>
            <a:r>
              <a:rPr lang="es-ES" i="1" dirty="0" err="1"/>
              <a:t>Request</a:t>
            </a:r>
            <a:r>
              <a:rPr lang="es-ES" dirty="0"/>
              <a:t>, </a:t>
            </a:r>
            <a:r>
              <a:rPr lang="es-ES" i="1" dirty="0" err="1"/>
              <a:t>Inform</a:t>
            </a:r>
            <a:r>
              <a:rPr lang="es-ES" dirty="0"/>
              <a:t>, </a:t>
            </a:r>
            <a:r>
              <a:rPr lang="es-ES" i="1" dirty="0" err="1"/>
              <a:t>Query</a:t>
            </a:r>
            <a:r>
              <a:rPr lang="es-ES" dirty="0"/>
              <a:t>…</a:t>
            </a:r>
          </a:p>
          <a:p>
            <a:r>
              <a:rPr lang="es-ES" dirty="0"/>
              <a:t>Acciones</a:t>
            </a:r>
          </a:p>
          <a:p>
            <a:pPr lvl="1"/>
            <a:r>
              <a:rPr lang="es-ES" dirty="0" err="1">
                <a:latin typeface="Consolas" panose="020B0609020204030204" pitchFamily="49" charset="0"/>
                <a:cs typeface="Consolas" panose="020B0609020204030204" pitchFamily="49" charset="0"/>
              </a:rPr>
              <a:t>agent.send</a:t>
            </a:r>
            <a:r>
              <a:rPr lang="es-ES" dirty="0">
                <a:latin typeface="Consolas" panose="020B0609020204030204" pitchFamily="49" charset="0"/>
                <a:cs typeface="Consolas" panose="020B0609020204030204" pitchFamily="49" charset="0"/>
              </a:rPr>
              <a:t>()</a:t>
            </a:r>
            <a:r>
              <a:rPr lang="es-ES" dirty="0"/>
              <a:t>: Envía un mensaje al receptor</a:t>
            </a:r>
          </a:p>
          <a:p>
            <a:pPr lvl="1"/>
            <a:r>
              <a:rPr lang="es-ES" dirty="0" err="1">
                <a:latin typeface="Consolas" panose="020B0609020204030204" pitchFamily="49" charset="0"/>
                <a:cs typeface="Consolas" panose="020B0609020204030204" pitchFamily="49" charset="0"/>
              </a:rPr>
              <a:t>agent.receive</a:t>
            </a:r>
            <a:r>
              <a:rPr lang="es-ES" dirty="0">
                <a:latin typeface="Consolas" panose="020B0609020204030204" pitchFamily="49" charset="0"/>
                <a:cs typeface="Consolas" panose="020B0609020204030204" pitchFamily="49" charset="0"/>
              </a:rPr>
              <a:t>()</a:t>
            </a:r>
            <a:r>
              <a:rPr lang="es-ES" dirty="0"/>
              <a:t>: Espera por un mensaje</a:t>
            </a:r>
          </a:p>
          <a:p>
            <a:pPr lvl="1"/>
            <a:r>
              <a:rPr lang="es-ES" dirty="0" err="1">
                <a:latin typeface="Consolas" panose="020B0609020204030204" pitchFamily="49" charset="0"/>
                <a:cs typeface="Consolas" panose="020B0609020204030204" pitchFamily="49" charset="0"/>
              </a:rPr>
              <a:t>agent.blockReceive</a:t>
            </a:r>
            <a:r>
              <a:rPr lang="es-ES" dirty="0">
                <a:latin typeface="Consolas" panose="020B0609020204030204" pitchFamily="49" charset="0"/>
                <a:cs typeface="Consolas" panose="020B0609020204030204" pitchFamily="49" charset="0"/>
              </a:rPr>
              <a:t>()</a:t>
            </a:r>
            <a:r>
              <a:rPr lang="es-ES" dirty="0"/>
              <a:t>: Suspende al agente mientras espera por un mensaje (mensaje bloqueante)</a:t>
            </a:r>
          </a:p>
          <a:p>
            <a:pPr lvl="1"/>
            <a:endParaRPr lang="es-E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AFB1AFF-C13E-CA46-BC8B-EA8E69468CF0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39A92189-4A1C-DB4D-A308-1760EA4C79C7}" type="slidenum">
              <a:rPr lang="en-GB" smtClean="0"/>
              <a:pPr/>
              <a:t>14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01503055"/>
      </p:ext>
    </p:extLst>
  </p:cSld>
  <p:clrMapOvr>
    <a:masterClrMapping/>
  </p:clrMapOvr>
  <p:transition spd="slow"/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92965C-92DA-F74C-8ABB-A20FEF7D23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 err="1"/>
              <a:t>PingAgent</a:t>
            </a:r>
            <a:endParaRPr lang="es-E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758CC75-6840-854E-8F60-2669759549B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14400" y="1828800"/>
            <a:ext cx="7906072" cy="4572000"/>
          </a:xfrm>
        </p:spPr>
        <p:txBody>
          <a:bodyPr/>
          <a:lstStyle/>
          <a:p>
            <a:r>
              <a:rPr lang="es-ES" dirty="0"/>
              <a:t>Ejecutad el ejemplo </a:t>
            </a:r>
            <a:r>
              <a:rPr lang="es-ES" dirty="0" err="1"/>
              <a:t>PingAgent</a:t>
            </a:r>
            <a:endParaRPr lang="es-ES" dirty="0"/>
          </a:p>
          <a:p>
            <a:r>
              <a:rPr lang="es-ES" dirty="0"/>
              <a:t>Una vez arrancado la GUI, añadimos un </a:t>
            </a:r>
            <a:r>
              <a:rPr lang="es-ES" dirty="0" err="1"/>
              <a:t>DummyAgent</a:t>
            </a:r>
            <a:endParaRPr lang="es-ES" dirty="0"/>
          </a:p>
          <a:p>
            <a:r>
              <a:rPr lang="es-ES" dirty="0"/>
              <a:t>Añadimos un </a:t>
            </a:r>
            <a:r>
              <a:rPr lang="es-ES" dirty="0" err="1"/>
              <a:t>SnifferAgent</a:t>
            </a:r>
            <a:endParaRPr lang="es-ES" dirty="0"/>
          </a:p>
          <a:p>
            <a:r>
              <a:rPr lang="es-ES" dirty="0"/>
              <a:t>Indicamos que queremos monitorizar al agente </a:t>
            </a:r>
            <a:r>
              <a:rPr lang="es-ES" dirty="0" err="1"/>
              <a:t>PingAgent</a:t>
            </a:r>
            <a:r>
              <a:rPr lang="es-ES" dirty="0"/>
              <a:t> y a </a:t>
            </a:r>
            <a:r>
              <a:rPr lang="es-ES" dirty="0" err="1"/>
              <a:t>DummyAgent</a:t>
            </a:r>
            <a:endParaRPr lang="es-ES" dirty="0"/>
          </a:p>
          <a:p>
            <a:r>
              <a:rPr lang="es-ES" dirty="0"/>
              <a:t>Preparamos el mensaje indicando:</a:t>
            </a:r>
          </a:p>
          <a:p>
            <a:pPr lvl="1"/>
            <a:r>
              <a:rPr lang="es-ES" dirty="0"/>
              <a:t>Quién lo envía y su dirección</a:t>
            </a:r>
          </a:p>
          <a:p>
            <a:pPr lvl="1"/>
            <a:r>
              <a:rPr lang="es-ES" dirty="0"/>
              <a:t>Content: </a:t>
            </a:r>
            <a:r>
              <a:rPr lang="es-ES" dirty="0" err="1"/>
              <a:t>alive</a:t>
            </a:r>
            <a:r>
              <a:rPr lang="es-ES" dirty="0"/>
              <a:t>, </a:t>
            </a:r>
            <a:r>
              <a:rPr lang="es-ES" dirty="0" err="1"/>
              <a:t>Ontology</a:t>
            </a:r>
            <a:r>
              <a:rPr lang="es-ES" dirty="0"/>
              <a:t>: </a:t>
            </a:r>
            <a:r>
              <a:rPr lang="es-ES" dirty="0" err="1"/>
              <a:t>presence</a:t>
            </a:r>
            <a:r>
              <a:rPr lang="es-ES" dirty="0"/>
              <a:t>, </a:t>
            </a:r>
            <a:r>
              <a:rPr lang="es-ES" dirty="0" err="1"/>
              <a:t>Communicative</a:t>
            </a:r>
            <a:r>
              <a:rPr lang="es-ES" dirty="0"/>
              <a:t>: </a:t>
            </a:r>
            <a:r>
              <a:rPr lang="es-ES" dirty="0" err="1"/>
              <a:t>query-if</a:t>
            </a:r>
            <a:endParaRPr lang="es-E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53D6739-65FA-0441-A599-8160E4600F1C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39A92189-4A1C-DB4D-A308-1760EA4C79C7}" type="slidenum">
              <a:rPr lang="en-GB" smtClean="0"/>
              <a:pPr/>
              <a:t>15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17276178"/>
      </p:ext>
    </p:extLst>
  </p:cSld>
  <p:clrMapOvr>
    <a:masterClrMapping/>
  </p:clrMapOvr>
  <p:transition spd="slow"/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135542-3400-8046-A530-E073F1291F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Referencias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F4BA0CF-43E8-C64E-B021-401EE6876F4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14400" y="1828800"/>
            <a:ext cx="7690048" cy="4572000"/>
          </a:xfrm>
        </p:spPr>
        <p:txBody>
          <a:bodyPr/>
          <a:lstStyle/>
          <a:p>
            <a:endParaRPr lang="es-ES" dirty="0"/>
          </a:p>
          <a:p>
            <a:r>
              <a:rPr lang="es-ES" dirty="0">
                <a:hlinkClick r:id="rId2"/>
              </a:rPr>
              <a:t>http://jade.tilab.com/documentation/tutorials-guides/</a:t>
            </a:r>
            <a:endParaRPr lang="es-ES" dirty="0"/>
          </a:p>
          <a:p>
            <a:pPr lvl="1"/>
            <a:r>
              <a:rPr lang="es-ES" dirty="0"/>
              <a:t>JADE </a:t>
            </a:r>
            <a:r>
              <a:rPr lang="es-ES" dirty="0" err="1"/>
              <a:t>Administrador’s</a:t>
            </a:r>
            <a:r>
              <a:rPr lang="es-ES" dirty="0"/>
              <a:t> </a:t>
            </a:r>
            <a:r>
              <a:rPr lang="es-ES" dirty="0" err="1"/>
              <a:t>Guide</a:t>
            </a:r>
            <a:endParaRPr lang="es-ES" dirty="0"/>
          </a:p>
          <a:p>
            <a:pPr lvl="1"/>
            <a:r>
              <a:rPr lang="es-ES" dirty="0"/>
              <a:t>JADE </a:t>
            </a:r>
            <a:r>
              <a:rPr lang="es-ES" dirty="0" err="1"/>
              <a:t>Programming</a:t>
            </a:r>
            <a:r>
              <a:rPr lang="es-ES" dirty="0"/>
              <a:t> </a:t>
            </a:r>
            <a:r>
              <a:rPr lang="es-ES" dirty="0" err="1"/>
              <a:t>for</a:t>
            </a:r>
            <a:r>
              <a:rPr lang="es-ES" dirty="0"/>
              <a:t> </a:t>
            </a:r>
            <a:r>
              <a:rPr lang="es-ES" dirty="0" err="1"/>
              <a:t>Beginners</a:t>
            </a:r>
            <a:endParaRPr lang="es-ES" dirty="0"/>
          </a:p>
          <a:p>
            <a:pPr lvl="1"/>
            <a:endParaRPr lang="es-ES" dirty="0"/>
          </a:p>
          <a:p>
            <a:r>
              <a:rPr lang="es-ES" dirty="0">
                <a:hlinkClick r:id="rId3"/>
              </a:rPr>
              <a:t>http://jade.tilab.com/documentation/examples/</a:t>
            </a:r>
            <a:endParaRPr lang="es-ES" dirty="0"/>
          </a:p>
          <a:p>
            <a:endParaRPr lang="es-E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A812B0B-1B56-D44A-902B-1E83D2F9E248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39A92189-4A1C-DB4D-A308-1760EA4C79C7}" type="slidenum">
              <a:rPr lang="en-GB" smtClean="0"/>
              <a:pPr/>
              <a:t>16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30243722"/>
      </p:ext>
    </p:extLst>
  </p:cSld>
  <p:clrMapOvr>
    <a:masterClrMapping/>
  </p:clrMapOvr>
  <p:transition spd="slow"/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Marcador de número de diapositiva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82FB2B51-DCE5-FF4A-AE24-D515E37E97E0}" type="slidenum">
              <a:rPr lang="en-GB"/>
              <a:pPr/>
              <a:t>17</a:t>
            </a:fld>
            <a:endParaRPr lang="en-GB"/>
          </a:p>
        </p:txBody>
      </p:sp>
      <p:pic>
        <p:nvPicPr>
          <p:cNvPr id="451595" name="Picture 6" descr="D:\downloads\DropBox\My Dropbox\Logo KEMLG.jp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87438" y="1516063"/>
            <a:ext cx="7058025" cy="24177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Rectangle 3"/>
          <p:cNvSpPr txBox="1">
            <a:spLocks noChangeArrowheads="1"/>
          </p:cNvSpPr>
          <p:nvPr/>
        </p:nvSpPr>
        <p:spPr>
          <a:xfrm>
            <a:off x="1691680" y="4221088"/>
            <a:ext cx="6369050" cy="1743075"/>
          </a:xfrm>
          <a:prstGeom prst="rect">
            <a:avLst/>
          </a:prstGeom>
        </p:spPr>
        <p:txBody>
          <a:bodyPr/>
          <a:lstStyle>
            <a:lvl1pPr marL="342900" indent="-342900" algn="l" defTabSz="762000" rtl="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990033"/>
              </a:buClr>
              <a:buSzPct val="75000"/>
              <a:buFont typeface="Wingdings" charset="0"/>
              <a:buChar char="l"/>
              <a:defRPr sz="2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762000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6699"/>
              </a:buClr>
              <a:buSzPct val="65000"/>
              <a:buFont typeface="Wingdings" charset="0"/>
              <a:buChar char="n"/>
              <a:defRPr sz="2000">
                <a:solidFill>
                  <a:schemeClr val="tx1"/>
                </a:solidFill>
                <a:latin typeface="+mn-lt"/>
                <a:ea typeface="Tahoma" charset="0"/>
                <a:cs typeface="+mn-cs"/>
              </a:defRPr>
            </a:lvl2pPr>
            <a:lvl3pPr marL="1143000" indent="-228600" algn="l" defTabSz="762000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SzPct val="60000"/>
              <a:buFont typeface="Monotype Sorts" charset="0"/>
              <a:buChar char="u"/>
              <a:defRPr>
                <a:solidFill>
                  <a:schemeClr val="tx1"/>
                </a:solidFill>
                <a:latin typeface="+mn-lt"/>
                <a:ea typeface="Tahoma" charset="0"/>
                <a:cs typeface="+mn-cs"/>
              </a:defRPr>
            </a:lvl3pPr>
            <a:lvl4pPr marL="1600200" indent="-228600" algn="l" defTabSz="762000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660066"/>
              </a:buClr>
              <a:buSzPct val="60000"/>
              <a:buFont typeface="Monotype Sorts" charset="0"/>
              <a:buChar char="t"/>
              <a:defRPr sz="1600">
                <a:solidFill>
                  <a:schemeClr val="tx1"/>
                </a:solidFill>
                <a:latin typeface="+mn-lt"/>
                <a:ea typeface="Tahoma" charset="0"/>
                <a:cs typeface="+mn-cs"/>
              </a:defRPr>
            </a:lvl4pPr>
            <a:lvl5pPr marL="2057400" indent="-228600" algn="l" defTabSz="762000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3399"/>
              </a:buClr>
              <a:buSzPct val="60000"/>
              <a:buChar char="–"/>
              <a:defRPr sz="1400">
                <a:solidFill>
                  <a:schemeClr val="tx1"/>
                </a:solidFill>
                <a:latin typeface="+mn-lt"/>
                <a:ea typeface="Tahoma" charset="0"/>
                <a:cs typeface="+mn-cs"/>
              </a:defRPr>
            </a:lvl5pPr>
            <a:lvl6pPr marL="2514600" indent="-228600" algn="l" defTabSz="762000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3399"/>
              </a:buClr>
              <a:buSzPct val="60000"/>
              <a:buChar char="–"/>
              <a:defRPr sz="1400">
                <a:solidFill>
                  <a:schemeClr val="tx1"/>
                </a:solidFill>
                <a:latin typeface="+mn-lt"/>
                <a:ea typeface="Tahoma" charset="0"/>
                <a:cs typeface="+mn-cs"/>
              </a:defRPr>
            </a:lvl6pPr>
            <a:lvl7pPr marL="2971800" indent="-228600" algn="l" defTabSz="762000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3399"/>
              </a:buClr>
              <a:buSzPct val="60000"/>
              <a:buChar char="–"/>
              <a:defRPr sz="1400">
                <a:solidFill>
                  <a:schemeClr val="tx1"/>
                </a:solidFill>
                <a:latin typeface="+mn-lt"/>
                <a:ea typeface="Tahoma" charset="0"/>
                <a:cs typeface="+mn-cs"/>
              </a:defRPr>
            </a:lvl7pPr>
            <a:lvl8pPr marL="3429000" indent="-228600" algn="l" defTabSz="762000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3399"/>
              </a:buClr>
              <a:buSzPct val="60000"/>
              <a:buChar char="–"/>
              <a:defRPr sz="1400">
                <a:solidFill>
                  <a:schemeClr val="tx1"/>
                </a:solidFill>
                <a:latin typeface="+mn-lt"/>
                <a:ea typeface="Tahoma" charset="0"/>
                <a:cs typeface="+mn-cs"/>
              </a:defRPr>
            </a:lvl8pPr>
            <a:lvl9pPr marL="3886200" indent="-228600" algn="l" defTabSz="762000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3399"/>
              </a:buClr>
              <a:buSzPct val="60000"/>
              <a:buChar char="–"/>
              <a:defRPr sz="1400">
                <a:solidFill>
                  <a:schemeClr val="tx1"/>
                </a:solidFill>
                <a:latin typeface="+mn-lt"/>
                <a:ea typeface="Tahoma" charset="0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s-ES_tradnl" sz="2000" dirty="0"/>
              <a:t>Ulises Cortés, Luis Oliva Felipe</a:t>
            </a:r>
          </a:p>
          <a:p>
            <a:pPr marL="0" indent="0" algn="ctr">
              <a:lnSpc>
                <a:spcPct val="160000"/>
              </a:lnSpc>
              <a:buNone/>
            </a:pPr>
            <a:r>
              <a:rPr lang="es-ES" sz="1600" dirty="0"/>
              <a:t>{</a:t>
            </a:r>
            <a:r>
              <a:rPr lang="es-ES" sz="1600" dirty="0" err="1"/>
              <a:t>ia,loliva</a:t>
            </a:r>
            <a:r>
              <a:rPr lang="es-ES" sz="1600" dirty="0"/>
              <a:t>}@</a:t>
            </a:r>
            <a:r>
              <a:rPr lang="es-ES" sz="1600" dirty="0" err="1"/>
              <a:t>cs.upc.edu</a:t>
            </a:r>
            <a:endParaRPr lang="es-ES" sz="1600" dirty="0"/>
          </a:p>
          <a:p>
            <a:pPr marL="0" indent="0" algn="ctr">
              <a:lnSpc>
                <a:spcPct val="160000"/>
              </a:lnSpc>
              <a:buNone/>
            </a:pPr>
            <a:r>
              <a:rPr lang="es-ES" sz="1600" dirty="0"/>
              <a:t>http://</a:t>
            </a:r>
            <a:r>
              <a:rPr lang="es-ES" sz="1600" dirty="0" err="1"/>
              <a:t>www.lsi.upc.edu</a:t>
            </a:r>
            <a:r>
              <a:rPr lang="es-ES" sz="1600" dirty="0"/>
              <a:t>/~</a:t>
            </a:r>
            <a:r>
              <a:rPr lang="es-ES_tradnl" sz="1400" b="1" noProof="1"/>
              <a:t>{ia,loliva}</a:t>
            </a:r>
            <a:endParaRPr lang="es-ES" sz="1600" dirty="0"/>
          </a:p>
          <a:p>
            <a:pPr marL="0" indent="0" algn="ctr">
              <a:lnSpc>
                <a:spcPct val="160000"/>
              </a:lnSpc>
              <a:buNone/>
            </a:pPr>
            <a:r>
              <a:rPr lang="es-ES" sz="1600" dirty="0"/>
              <a:t>2018</a:t>
            </a:r>
            <a:endParaRPr lang="es-ES_tradnl" sz="1600" dirty="0"/>
          </a:p>
        </p:txBody>
      </p:sp>
    </p:spTree>
  </p:cSld>
  <p:clrMapOvr>
    <a:masterClrMapping/>
  </p:clrMapOvr>
  <p:transition spd="slow"/>
</p:sld>
</file>

<file path=ppt/theme/theme1.xml><?xml version="1.0" encoding="utf-8"?>
<a:theme xmlns:a="http://schemas.openxmlformats.org/drawingml/2006/main" name="KEMLg">
  <a:themeElements>
    <a:clrScheme name="KEMLg 8">
      <a:dk1>
        <a:srgbClr val="000000"/>
      </a:dk1>
      <a:lt1>
        <a:srgbClr val="FFFFFF"/>
      </a:lt1>
      <a:dk2>
        <a:srgbClr val="000000"/>
      </a:dk2>
      <a:lt2>
        <a:srgbClr val="919191"/>
      </a:lt2>
      <a:accent1>
        <a:srgbClr val="618FFD"/>
      </a:accent1>
      <a:accent2>
        <a:srgbClr val="00AE00"/>
      </a:accent2>
      <a:accent3>
        <a:srgbClr val="FFFFFF"/>
      </a:accent3>
      <a:accent4>
        <a:srgbClr val="000000"/>
      </a:accent4>
      <a:accent5>
        <a:srgbClr val="B7C6FE"/>
      </a:accent5>
      <a:accent6>
        <a:srgbClr val="009D00"/>
      </a:accent6>
      <a:hlink>
        <a:srgbClr val="0000FF"/>
      </a:hlink>
      <a:folHlink>
        <a:srgbClr val="CECECE"/>
      </a:folHlink>
    </a:clrScheme>
    <a:fontScheme name="KEMLg">
      <a:majorFont>
        <a:latin typeface="Tahoma"/>
        <a:ea typeface="ＭＳ Ｐゴシック"/>
        <a:cs typeface="Tahoma"/>
      </a:majorFont>
      <a:minorFont>
        <a:latin typeface="Tahoma"/>
        <a:ea typeface="ＭＳ Ｐゴシック"/>
        <a:cs typeface="Taho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rgbClr val="FFCC99"/>
        </a:solidFill>
        <a:ln w="12700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blurRad="63500" dist="38099" dir="2700000" algn="ctr" rotWithShape="0">
                  <a:schemeClr val="bg2">
                    <a:alpha val="74998"/>
                  </a:schemeClr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s-ES_tradnl" sz="1200" b="0" i="0" u="none" strike="noStrike" cap="none" normalizeH="0" baseline="0">
            <a:ln>
              <a:noFill/>
            </a:ln>
            <a:solidFill>
              <a:schemeClr val="tx1"/>
            </a:solidFill>
            <a:effectLst/>
            <a:latin typeface="Arial" charset="0"/>
            <a:ea typeface="ＭＳ Ｐゴシック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rgbClr val="FFCC99"/>
        </a:solidFill>
        <a:ln w="12700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blurRad="63500" dist="38099" dir="2700000" algn="ctr" rotWithShape="0">
                  <a:schemeClr val="bg2">
                    <a:alpha val="74998"/>
                  </a:schemeClr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s-ES_tradnl" sz="1200" b="0" i="0" u="none" strike="noStrike" cap="none" normalizeH="0" baseline="0">
            <a:ln>
              <a:noFill/>
            </a:ln>
            <a:solidFill>
              <a:schemeClr val="tx1"/>
            </a:solidFill>
            <a:effectLst/>
            <a:latin typeface="Arial" charset="0"/>
            <a:ea typeface="ＭＳ Ｐゴシック" charset="0"/>
          </a:defRPr>
        </a:defPPr>
      </a:lstStyle>
    </a:lnDef>
  </a:objectDefaults>
  <a:extraClrSchemeLst>
    <a:extraClrScheme>
      <a:clrScheme name="KEMLg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KEMLg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KEMLg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KEMLg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KEMLg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KEMLg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KEMLg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KEMLg 8">
        <a:dk1>
          <a:srgbClr val="000000"/>
        </a:dk1>
        <a:lt1>
          <a:srgbClr val="FFFFFF"/>
        </a:lt1>
        <a:dk2>
          <a:srgbClr val="000000"/>
        </a:dk2>
        <a:lt2>
          <a:srgbClr val="919191"/>
        </a:lt2>
        <a:accent1>
          <a:srgbClr val="618FFD"/>
        </a:accent1>
        <a:accent2>
          <a:srgbClr val="00AE00"/>
        </a:accent2>
        <a:accent3>
          <a:srgbClr val="FFFFFF"/>
        </a:accent3>
        <a:accent4>
          <a:srgbClr val="000000"/>
        </a:accent4>
        <a:accent5>
          <a:srgbClr val="B7C6FE"/>
        </a:accent5>
        <a:accent6>
          <a:srgbClr val="009D00"/>
        </a:accent6>
        <a:hlink>
          <a:srgbClr val="0000FF"/>
        </a:hlink>
        <a:folHlink>
          <a:srgbClr val="CECECE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Tema de Office">
  <a:themeElements>
    <a:clrScheme name="">
      <a:dk1>
        <a:srgbClr val="000000"/>
      </a:dk1>
      <a:lt1>
        <a:srgbClr val="FFFFFF"/>
      </a:lt1>
      <a:dk2>
        <a:srgbClr val="000000"/>
      </a:dk2>
      <a:lt2>
        <a:srgbClr val="919191"/>
      </a:lt2>
      <a:accent1>
        <a:srgbClr val="618FFD"/>
      </a:accent1>
      <a:accent2>
        <a:srgbClr val="00AE00"/>
      </a:accent2>
      <a:accent3>
        <a:srgbClr val="FFFFFF"/>
      </a:accent3>
      <a:accent4>
        <a:srgbClr val="000000"/>
      </a:accent4>
      <a:accent5>
        <a:srgbClr val="B7C6FE"/>
      </a:accent5>
      <a:accent6>
        <a:srgbClr val="009D00"/>
      </a:accent6>
      <a:hlink>
        <a:srgbClr val="FC0128"/>
      </a:hlink>
      <a:folHlink>
        <a:srgbClr val="CECECE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3.xml><?xml version="1.0" encoding="utf-8"?>
<a:theme xmlns:a="http://schemas.openxmlformats.org/drawingml/2006/main" name="Tema de Office">
  <a:themeElements>
    <a:clrScheme name="">
      <a:dk1>
        <a:srgbClr val="000000"/>
      </a:dk1>
      <a:lt1>
        <a:srgbClr val="FFFFFF"/>
      </a:lt1>
      <a:dk2>
        <a:srgbClr val="000000"/>
      </a:dk2>
      <a:lt2>
        <a:srgbClr val="919191"/>
      </a:lt2>
      <a:accent1>
        <a:srgbClr val="618FFD"/>
      </a:accent1>
      <a:accent2>
        <a:srgbClr val="00AE00"/>
      </a:accent2>
      <a:accent3>
        <a:srgbClr val="FFFFFF"/>
      </a:accent3>
      <a:accent4>
        <a:srgbClr val="000000"/>
      </a:accent4>
      <a:accent5>
        <a:srgbClr val="B7C6FE"/>
      </a:accent5>
      <a:accent6>
        <a:srgbClr val="009D00"/>
      </a:accent6>
      <a:hlink>
        <a:srgbClr val="FC0128"/>
      </a:hlink>
      <a:folHlink>
        <a:srgbClr val="CECECE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23526</TotalTime>
  <Pages>63</Pages>
  <Words>709</Words>
  <Application>Microsoft Macintosh PowerPoint</Application>
  <PresentationFormat>On-screen Show (4:3)</PresentationFormat>
  <Paragraphs>121</Paragraphs>
  <Slides>17</Slides>
  <Notes>3</Notes>
  <HiddenSlides>0</HiddenSlides>
  <MMClips>0</MMClips>
  <ScaleCrop>false</ScaleCrop>
  <HeadingPairs>
    <vt:vector size="8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6" baseType="lpstr">
      <vt:lpstr>ＭＳ Ｐゴシック</vt:lpstr>
      <vt:lpstr>Arial</vt:lpstr>
      <vt:lpstr>Consolas</vt:lpstr>
      <vt:lpstr>Monotype Sorts</vt:lpstr>
      <vt:lpstr>Tahoma</vt:lpstr>
      <vt:lpstr>Times New Roman</vt:lpstr>
      <vt:lpstr>Wingdings</vt:lpstr>
      <vt:lpstr>KEMLg</vt:lpstr>
      <vt:lpstr>Image</vt:lpstr>
      <vt:lpstr>JADE - Introducción</vt:lpstr>
      <vt:lpstr>JADE y FIPA</vt:lpstr>
      <vt:lpstr>Arquitectura JADE</vt:lpstr>
      <vt:lpstr>Elementos de la plataforma (i)</vt:lpstr>
      <vt:lpstr>Elementos de la plataforma (ii)</vt:lpstr>
      <vt:lpstr>Servicios ofrecidos por el DF</vt:lpstr>
      <vt:lpstr>Tareas de gestión de la plataforma</vt:lpstr>
      <vt:lpstr>Principales paquetes de JADE (i)</vt:lpstr>
      <vt:lpstr>Principales paquetes de JADE (ii)</vt:lpstr>
      <vt:lpstr>Iniciando JADE</vt:lpstr>
      <vt:lpstr>HelloWorld</vt:lpstr>
      <vt:lpstr>Algunas opciones</vt:lpstr>
      <vt:lpstr>Mensajes</vt:lpstr>
      <vt:lpstr>Mensajes ACL</vt:lpstr>
      <vt:lpstr>PingAgent</vt:lpstr>
      <vt:lpstr>Referencias</vt:lpstr>
      <vt:lpstr>PowerPoint Presentation</vt:lpstr>
    </vt:vector>
  </TitlesOfParts>
  <Company>KEMLG-UPC</Company>
  <LinksUpToDate>false</LinksUpToDate>
  <SharedDoc>false</SharedDoc>
  <HyperlinksChanged>false</HyperlinksChanged>
  <AppVersion>16.0012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Sin título de diapositiva</dc:title>
  <dc:subject>Curs-Doctorat- SISPD</dc:subject>
  <dc:creator>Miquel Sànchez i Marrè</dc:creator>
  <dc:description>2003</dc:description>
  <cp:lastModifiedBy>Luis Oliva-Felipe</cp:lastModifiedBy>
  <cp:revision>637</cp:revision>
  <cp:lastPrinted>2018-04-16T06:11:28Z</cp:lastPrinted>
  <dcterms:created xsi:type="dcterms:W3CDTF">2002-03-05T14:15:09Z</dcterms:created>
  <dcterms:modified xsi:type="dcterms:W3CDTF">2018-05-13T21:55:21Z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TemplateType">
    <vt:i4>1</vt:i4>
  </property>
  <property fmtid="{D5CDD505-2E9C-101B-9397-08002B2CF9AE}" pid="3" name="GraphicType">
    <vt:i4>2</vt:i4>
  </property>
  <property fmtid="{D5CDD505-2E9C-101B-9397-08002B2CF9AE}" pid="4" name="Compression">
    <vt:i4>100</vt:i4>
  </property>
  <property fmtid="{D5CDD505-2E9C-101B-9397-08002B2CF9AE}" pid="5" name="ScreenSize">
    <vt:i4>1</vt:i4>
  </property>
  <property fmtid="{D5CDD505-2E9C-101B-9397-08002B2CF9AE}" pid="6" name="ScreenUsage">
    <vt:i4>2</vt:i4>
  </property>
  <property fmtid="{D5CDD505-2E9C-101B-9397-08002B2CF9AE}" pid="7" name="MailAddress">
    <vt:lpwstr/>
  </property>
  <property fmtid="{D5CDD505-2E9C-101B-9397-08002B2CF9AE}" pid="8" name="HomePage">
    <vt:lpwstr/>
  </property>
  <property fmtid="{D5CDD505-2E9C-101B-9397-08002B2CF9AE}" pid="9" name="Other">
    <vt:lpwstr/>
  </property>
  <property fmtid="{D5CDD505-2E9C-101B-9397-08002B2CF9AE}" pid="10" name="DownloadOriginal">
    <vt:bool>false</vt:bool>
  </property>
  <property fmtid="{D5CDD505-2E9C-101B-9397-08002B2CF9AE}" pid="11" name="DownloadIEButton">
    <vt:bool>false</vt:bool>
  </property>
  <property fmtid="{D5CDD505-2E9C-101B-9397-08002B2CF9AE}" pid="12" name="UseBrowserColor">
    <vt:bool>true</vt:bool>
  </property>
  <property fmtid="{D5CDD505-2E9C-101B-9397-08002B2CF9AE}" pid="13" name="BackColor">
    <vt:i4>15132390</vt:i4>
  </property>
  <property fmtid="{D5CDD505-2E9C-101B-9397-08002B2CF9AE}" pid="14" name="TextColor">
    <vt:i4>0</vt:i4>
  </property>
  <property fmtid="{D5CDD505-2E9C-101B-9397-08002B2CF9AE}" pid="15" name="LinkColor">
    <vt:i4>16711782</vt:i4>
  </property>
  <property fmtid="{D5CDD505-2E9C-101B-9397-08002B2CF9AE}" pid="16" name="VisitedColor">
    <vt:i4>10040268</vt:i4>
  </property>
  <property fmtid="{D5CDD505-2E9C-101B-9397-08002B2CF9AE}" pid="17" name="TransparentButton">
    <vt:i4>0</vt:i4>
  </property>
  <property fmtid="{D5CDD505-2E9C-101B-9397-08002B2CF9AE}" pid="18" name="ButtonType">
    <vt:i4>3</vt:i4>
  </property>
  <property fmtid="{D5CDD505-2E9C-101B-9397-08002B2CF9AE}" pid="19" name="ShowNotes">
    <vt:bool>false</vt:bool>
  </property>
  <property fmtid="{D5CDD505-2E9C-101B-9397-08002B2CF9AE}" pid="20" name="NavBtnPos">
    <vt:i4>3</vt:i4>
  </property>
  <property fmtid="{D5CDD505-2E9C-101B-9397-08002B2CF9AE}" pid="21" name="OutputDir">
    <vt:lpwstr>C:\temp\pre</vt:lpwstr>
  </property>
</Properties>
</file>