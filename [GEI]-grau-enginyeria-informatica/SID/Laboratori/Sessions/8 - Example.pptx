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9"/>
  </p:notesMasterIdLst>
  <p:handoutMasterIdLst>
    <p:handoutMasterId r:id="rId20"/>
  </p:handoutMasterIdLst>
  <p:sldIdLst>
    <p:sldId id="480" r:id="rId2"/>
    <p:sldId id="508" r:id="rId3"/>
    <p:sldId id="513" r:id="rId4"/>
    <p:sldId id="523" r:id="rId5"/>
    <p:sldId id="525" r:id="rId6"/>
    <p:sldId id="524" r:id="rId7"/>
    <p:sldId id="526" r:id="rId8"/>
    <p:sldId id="532" r:id="rId9"/>
    <p:sldId id="529" r:id="rId10"/>
    <p:sldId id="530" r:id="rId11"/>
    <p:sldId id="531" r:id="rId12"/>
    <p:sldId id="509" r:id="rId13"/>
    <p:sldId id="527" r:id="rId14"/>
    <p:sldId id="528" r:id="rId15"/>
    <p:sldId id="533" r:id="rId16"/>
    <p:sldId id="504" r:id="rId17"/>
    <p:sldId id="434" r:id="rId18"/>
  </p:sldIdLst>
  <p:sldSz cx="9144000" cy="6858000" type="screen4x3"/>
  <p:notesSz cx="7099300" cy="10234613"/>
  <p:kinsoku lang="ja-JP" invalStChars="、。，．・：；？！゛゜ヽヾゝゞ々ー’”）〕］｝〉》」』】°‰′″℃￠％ぁぃぅぇぉっゃゅょゎァィゥェォッャュョヮヵヶ!%),.:;?]}｡｣､･ｧｨｩｪｫｬｭｮｯｰﾞﾟ" invalEndChars="‘“（〔［｛〈《「『【￥＄$([\{｢￡"/>
  <p:defaultTextStyle>
    <a:defPPr>
      <a:defRPr lang="es-ES_tradnl"/>
    </a:defPPr>
    <a:lvl1pPr algn="l" rtl="0" eaLnBrk="0" fontAlgn="base" hangingPunct="0">
      <a:spcBef>
        <a:spcPct val="0"/>
      </a:spcBef>
      <a:spcAft>
        <a:spcPct val="0"/>
      </a:spcAft>
      <a:defRPr sz="1200" kern="1200">
        <a:solidFill>
          <a:schemeClr val="tx1"/>
        </a:solidFill>
        <a:latin typeface="Arial" charset="0"/>
        <a:ea typeface="ＭＳ Ｐゴシック" charset="0"/>
        <a:cs typeface="+mn-cs"/>
      </a:defRPr>
    </a:lvl1pPr>
    <a:lvl2pPr marL="457200" algn="l" rtl="0" eaLnBrk="0" fontAlgn="base" hangingPunct="0">
      <a:spcBef>
        <a:spcPct val="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0"/>
      </a:spcBef>
      <a:spcAft>
        <a:spcPct val="0"/>
      </a:spcAft>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Arial" charset="0"/>
        <a:ea typeface="ＭＳ Ｐゴシック" charset="0"/>
        <a:cs typeface="+mn-cs"/>
      </a:defRPr>
    </a:lvl6pPr>
    <a:lvl7pPr marL="2743200" algn="l" defTabSz="457200" rtl="0" eaLnBrk="1" latinLnBrk="0" hangingPunct="1">
      <a:defRPr sz="1200" kern="1200">
        <a:solidFill>
          <a:schemeClr val="tx1"/>
        </a:solidFill>
        <a:latin typeface="Arial" charset="0"/>
        <a:ea typeface="ＭＳ Ｐゴシック" charset="0"/>
        <a:cs typeface="+mn-cs"/>
      </a:defRPr>
    </a:lvl7pPr>
    <a:lvl8pPr marL="3200400" algn="l" defTabSz="457200" rtl="0" eaLnBrk="1" latinLnBrk="0" hangingPunct="1">
      <a:defRPr sz="1200" kern="1200">
        <a:solidFill>
          <a:schemeClr val="tx1"/>
        </a:solidFill>
        <a:latin typeface="Arial" charset="0"/>
        <a:ea typeface="ＭＳ Ｐゴシック" charset="0"/>
        <a:cs typeface="+mn-cs"/>
      </a:defRPr>
    </a:lvl8pPr>
    <a:lvl9pPr marL="3657600" algn="l" defTabSz="457200" rtl="0" eaLnBrk="1" latinLnBrk="0" hangingPunct="1">
      <a:defRPr sz="1200" kern="1200">
        <a:solidFill>
          <a:schemeClr val="tx1"/>
        </a:solidFill>
        <a:latin typeface="Arial" charset="0"/>
        <a:ea typeface="ＭＳ Ｐゴシック" charset="0"/>
        <a:cs typeface="+mn-cs"/>
      </a:defRPr>
    </a:lvl9pPr>
  </p:defaultTextStyle>
  <p:extLst>
    <p:ext uri="{EFAFB233-063F-42B5-8137-9DF3F51BA10A}">
      <p15:sldGuideLst xmlns:p15="http://schemas.microsoft.com/office/powerpoint/2012/main">
        <p15:guide id="1" orient="horz" pos="2160">
          <p15:clr>
            <a:srgbClr val="A4A3A4"/>
          </p15:clr>
        </p15:guide>
        <p15:guide id="2" pos="1488">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66"/>
    <a:srgbClr val="0033CC"/>
    <a:srgbClr val="FF9966"/>
    <a:srgbClr val="3366CC"/>
    <a:srgbClr val="0066CC"/>
    <a:srgbClr val="33CCFF"/>
    <a:srgbClr val="66CCFF"/>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26" autoAdjust="0"/>
    <p:restoredTop sz="76429" autoAdjust="0"/>
  </p:normalViewPr>
  <p:slideViewPr>
    <p:cSldViewPr>
      <p:cViewPr>
        <p:scale>
          <a:sx n="57" d="100"/>
          <a:sy n="57" d="100"/>
        </p:scale>
        <p:origin x="5248" y="144"/>
      </p:cViewPr>
      <p:guideLst>
        <p:guide orient="horz" pos="2160"/>
        <p:guide pos="148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4" d="100"/>
          <a:sy n="54" d="100"/>
        </p:scale>
        <p:origin x="-1818" y="-78"/>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10523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49325" y="4892675"/>
            <a:ext cx="5200650" cy="426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663" tIns="44536" rIns="90663" bIns="44536" numCol="1" anchor="t" anchorCtr="0" compatLnSpc="1">
            <a:prstTxWarp prst="textNoShape">
              <a:avLst/>
            </a:prstTxWarp>
          </a:bodyPr>
          <a:lstStyle/>
          <a:p>
            <a:pPr lvl="0"/>
            <a:r>
              <a:rPr lang="es-ES_tradnl"/>
              <a:t>Haga clic para editar el estilo del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2051" name="Rectangle 3"/>
          <p:cNvSpPr>
            <a:spLocks noGrp="1" noRot="1" noChangeAspect="1" noChangeArrowheads="1" noTextEdit="1"/>
          </p:cNvSpPr>
          <p:nvPr>
            <p:ph type="sldImg" idx="2"/>
          </p:nvPr>
        </p:nvSpPr>
        <p:spPr bwMode="auto">
          <a:xfrm>
            <a:off x="1165225" y="898525"/>
            <a:ext cx="4767263" cy="3575050"/>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sp>
    </p:spTree>
    <p:extLst>
      <p:ext uri="{BB962C8B-B14F-4D97-AF65-F5344CB8AC3E}">
        <p14:creationId xmlns:p14="http://schemas.microsoft.com/office/powerpoint/2010/main" val="4018583731"/>
      </p:ext>
    </p:extLst>
  </p:cSld>
  <p:clrMap bg1="lt1" tx1="dk1" bg2="lt2" tx2="dk2" accent1="accent1" accent2="accent2" accent3="accent3" accent4="accent4" accent5="accent5" accent6="accent6" hlink="hlink" folHlink="folHlink"/>
  <p:notesStyle>
    <a:lvl1pPr algn="l" defTabSz="762000"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1pPr>
    <a:lvl2pPr marL="457200" algn="l" defTabSz="762000"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2pPr>
    <a:lvl3pPr marL="914400" algn="l" defTabSz="762000"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3pPr>
    <a:lvl4pPr marL="1371600" algn="l" defTabSz="762000"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4pPr>
    <a:lvl5pPr marL="1828800" algn="l" defTabSz="762000"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58573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62000" rtl="0" eaLnBrk="0" fontAlgn="base" latinLnBrk="0" hangingPunct="0">
              <a:lnSpc>
                <a:spcPct val="100000"/>
              </a:lnSpc>
              <a:spcBef>
                <a:spcPct val="30000"/>
              </a:spcBef>
              <a:spcAft>
                <a:spcPct val="0"/>
              </a:spcAft>
              <a:buClrTx/>
              <a:buSzTx/>
              <a:buFontTx/>
              <a:buNone/>
              <a:tabLst/>
              <a:defRPr/>
            </a:pPr>
            <a:r>
              <a:rPr lang="es-ES" dirty="0"/>
              <a:t>Trabajaremos un ejemplo sencillo de un sistema en el que hay presas y depredadores. Ambos conviven en una pradera donde se encuentran algunos trozos de terreno con hierba, que es la comida de las presas. Estas necesitan comer para no morirse. También se reproducen con una cierta tasa; los depredadores actúan de una forma similar, pero en este caso su comida son las presas.</a:t>
            </a:r>
          </a:p>
          <a:p>
            <a:endParaRPr lang="es-ES" dirty="0"/>
          </a:p>
          <a:p>
            <a:endParaRPr lang="es-ES" dirty="0"/>
          </a:p>
          <a:p>
            <a:pPr marL="171450" indent="-171450">
              <a:buFontTx/>
              <a:buChar char="-"/>
            </a:pPr>
            <a:endParaRPr lang="es-ES" dirty="0"/>
          </a:p>
        </p:txBody>
      </p:sp>
    </p:spTree>
    <p:extLst>
      <p:ext uri="{BB962C8B-B14F-4D97-AF65-F5344CB8AC3E}">
        <p14:creationId xmlns:p14="http://schemas.microsoft.com/office/powerpoint/2010/main" val="156889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He añadido unos </a:t>
            </a:r>
            <a:r>
              <a:rPr lang="es-ES" dirty="0" err="1"/>
              <a:t>subescenarios</a:t>
            </a:r>
            <a:endParaRPr lang="es-ES" dirty="0"/>
          </a:p>
        </p:txBody>
      </p:sp>
    </p:spTree>
    <p:extLst>
      <p:ext uri="{BB962C8B-B14F-4D97-AF65-F5344CB8AC3E}">
        <p14:creationId xmlns:p14="http://schemas.microsoft.com/office/powerpoint/2010/main" val="211307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Performance es el criterio de éxito. Esto viene del PEAS descrito por </a:t>
            </a:r>
            <a:r>
              <a:rPr lang="es-ES" dirty="0" err="1"/>
              <a:t>Rusell</a:t>
            </a:r>
            <a:r>
              <a:rPr lang="es-ES" dirty="0"/>
              <a:t> y </a:t>
            </a:r>
            <a:r>
              <a:rPr lang="es-ES" dirty="0" err="1"/>
              <a:t>Norvig</a:t>
            </a:r>
            <a:r>
              <a:rPr lang="es-ES" dirty="0"/>
              <a:t>.</a:t>
            </a:r>
          </a:p>
        </p:txBody>
      </p:sp>
    </p:spTree>
    <p:extLst>
      <p:ext uri="{BB962C8B-B14F-4D97-AF65-F5344CB8AC3E}">
        <p14:creationId xmlns:p14="http://schemas.microsoft.com/office/powerpoint/2010/main" val="330717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Objetivos</a:t>
            </a:r>
          </a:p>
          <a:p>
            <a:r>
              <a:rPr lang="es-ES" dirty="0"/>
              <a:t>Agrupar agentes en roles (</a:t>
            </a:r>
            <a:r>
              <a:rPr lang="es-ES" dirty="0" err="1"/>
              <a:t>Agent</a:t>
            </a:r>
            <a:r>
              <a:rPr lang="es-ES" dirty="0"/>
              <a:t> Role </a:t>
            </a:r>
            <a:r>
              <a:rPr lang="es-ES" dirty="0" err="1"/>
              <a:t>grouping</a:t>
            </a:r>
            <a:r>
              <a:rPr lang="es-ES" dirty="0"/>
              <a:t> </a:t>
            </a:r>
            <a:r>
              <a:rPr lang="es-ES" dirty="0" err="1"/>
              <a:t>diagram</a:t>
            </a:r>
            <a:r>
              <a:rPr lang="es-ES" dirty="0"/>
              <a:t>)</a:t>
            </a:r>
          </a:p>
          <a:p>
            <a:r>
              <a:rPr lang="es-ES" dirty="0"/>
              <a:t>Introducir y desarrollar interacciones de agentes (</a:t>
            </a:r>
            <a:r>
              <a:rPr lang="es-ES" dirty="0" err="1"/>
              <a:t>protocol</a:t>
            </a:r>
            <a:r>
              <a:rPr lang="es-ES" dirty="0"/>
              <a:t> </a:t>
            </a:r>
            <a:r>
              <a:rPr lang="es-ES" dirty="0" err="1"/>
              <a:t>diagram</a:t>
            </a:r>
            <a:r>
              <a:rPr lang="es-ES" dirty="0"/>
              <a:t> y el </a:t>
            </a:r>
            <a:r>
              <a:rPr lang="es-ES" dirty="0" err="1"/>
              <a:t>system</a:t>
            </a:r>
            <a:r>
              <a:rPr lang="es-ES" dirty="0"/>
              <a:t> </a:t>
            </a:r>
            <a:r>
              <a:rPr lang="es-ES" dirty="0" err="1"/>
              <a:t>overview</a:t>
            </a:r>
            <a:r>
              <a:rPr lang="es-ES" dirty="0"/>
              <a:t> </a:t>
            </a:r>
            <a:r>
              <a:rPr lang="es-ES" dirty="0" err="1"/>
              <a:t>diagram</a:t>
            </a:r>
            <a:r>
              <a:rPr lang="es-ES" dirty="0"/>
              <a:t>)</a:t>
            </a:r>
          </a:p>
          <a:p>
            <a:r>
              <a:rPr lang="es-ES" dirty="0"/>
              <a:t>Especificar los detalles de los sistemas de almacenamientos de datos y los descriptores de datos</a:t>
            </a:r>
          </a:p>
        </p:txBody>
      </p:sp>
    </p:spTree>
    <p:extLst>
      <p:ext uri="{BB962C8B-B14F-4D97-AF65-F5344CB8AC3E}">
        <p14:creationId xmlns:p14="http://schemas.microsoft.com/office/powerpoint/2010/main" val="11546032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62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434627" name="Rectangle 3"/>
          <p:cNvSpPr>
            <a:spLocks noGrp="1" noChangeArrowheads="1"/>
          </p:cNvSpPr>
          <p:nvPr>
            <p:ph type="body" idx="1"/>
          </p:nvPr>
        </p:nvSpPr>
        <p:spPr/>
        <p:txBody>
          <a:bodyPr/>
          <a:lstStyle/>
          <a:p>
            <a:endParaRPr lang="ca-E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363522" name="Rectangle 3074"/>
          <p:cNvSpPr>
            <a:spLocks noGrp="1" noChangeArrowheads="1"/>
          </p:cNvSpPr>
          <p:nvPr>
            <p:ph type="ctrTitle"/>
          </p:nvPr>
        </p:nvSpPr>
        <p:spPr>
          <a:xfrm>
            <a:off x="685800" y="1052513"/>
            <a:ext cx="7772400" cy="1143000"/>
          </a:xfrm>
        </p:spPr>
        <p:txBody>
          <a:bodyPr/>
          <a:lstStyle>
            <a:lvl1pPr>
              <a:defRPr/>
            </a:lvl1pPr>
          </a:lstStyle>
          <a:p>
            <a:pPr lvl="0"/>
            <a:r>
              <a:rPr lang="en-GB" noProof="0"/>
              <a:t>Haga clic para modificar el estilo de título del patrón</a:t>
            </a:r>
          </a:p>
        </p:txBody>
      </p:sp>
      <p:sp>
        <p:nvSpPr>
          <p:cNvPr id="363523" name="Rectangle 3075"/>
          <p:cNvSpPr>
            <a:spLocks noGrp="1" noChangeArrowheads="1"/>
          </p:cNvSpPr>
          <p:nvPr>
            <p:ph type="subTitle" idx="1"/>
          </p:nvPr>
        </p:nvSpPr>
        <p:spPr>
          <a:xfrm>
            <a:off x="1371600" y="2565400"/>
            <a:ext cx="6400800" cy="1008063"/>
          </a:xfrm>
        </p:spPr>
        <p:txBody>
          <a:bodyPr/>
          <a:lstStyle>
            <a:lvl1pPr marL="0" indent="0" algn="ctr">
              <a:buFont typeface="Wingdings" charset="0"/>
              <a:buNone/>
              <a:defRPr/>
            </a:lvl1pPr>
          </a:lstStyle>
          <a:p>
            <a:pPr lvl="0"/>
            <a:r>
              <a:rPr lang="en-GB" noProof="0"/>
              <a:t>Haga clic para modificar el estilo de subtítulo del patrón</a:t>
            </a:r>
          </a:p>
        </p:txBody>
      </p:sp>
      <p:sp>
        <p:nvSpPr>
          <p:cNvPr id="363531" name="Text Box 3083"/>
          <p:cNvSpPr txBox="1">
            <a:spLocks noChangeArrowheads="1"/>
          </p:cNvSpPr>
          <p:nvPr/>
        </p:nvSpPr>
        <p:spPr bwMode="auto">
          <a:xfrm>
            <a:off x="3559175" y="5356225"/>
            <a:ext cx="20939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defTabSz="762000">
              <a:defRPr sz="2400">
                <a:solidFill>
                  <a:schemeClr val="tx1"/>
                </a:solidFill>
                <a:latin typeface="Times New Roman" charset="0"/>
                <a:ea typeface="ＭＳ Ｐゴシック" charset="0"/>
              </a:defRPr>
            </a:lvl1pPr>
            <a:lvl2pPr marL="571500" defTabSz="762000">
              <a:defRPr sz="2400">
                <a:solidFill>
                  <a:schemeClr val="tx1"/>
                </a:solidFill>
                <a:latin typeface="Times New Roman" charset="0"/>
                <a:ea typeface="ＭＳ Ｐゴシック" charset="0"/>
              </a:defRPr>
            </a:lvl2pPr>
            <a:lvl3pPr marL="1143000" defTabSz="762000">
              <a:defRPr sz="2400">
                <a:solidFill>
                  <a:schemeClr val="tx1"/>
                </a:solidFill>
                <a:latin typeface="Times New Roman" charset="0"/>
                <a:ea typeface="ＭＳ Ｐゴシック" charset="0"/>
              </a:defRPr>
            </a:lvl3pPr>
            <a:lvl4pPr marL="1714500" defTabSz="762000">
              <a:defRPr sz="2400">
                <a:solidFill>
                  <a:schemeClr val="tx1"/>
                </a:solidFill>
                <a:latin typeface="Times New Roman" charset="0"/>
                <a:ea typeface="ＭＳ Ｐゴシック" charset="0"/>
              </a:defRPr>
            </a:lvl4pPr>
            <a:lvl5pPr marL="2286000" defTabSz="762000">
              <a:defRPr sz="2400">
                <a:solidFill>
                  <a:schemeClr val="tx1"/>
                </a:solidFill>
                <a:latin typeface="Times New Roman" charset="0"/>
                <a:ea typeface="ＭＳ Ｐゴシック" charset="0"/>
              </a:defRPr>
            </a:lvl5pPr>
            <a:lvl6pPr marL="2743200" defTabSz="762000" eaLnBrk="0" fontAlgn="base" hangingPunct="0">
              <a:spcBef>
                <a:spcPct val="0"/>
              </a:spcBef>
              <a:spcAft>
                <a:spcPct val="0"/>
              </a:spcAft>
              <a:defRPr sz="2400">
                <a:solidFill>
                  <a:schemeClr val="tx1"/>
                </a:solidFill>
                <a:latin typeface="Times New Roman" charset="0"/>
                <a:ea typeface="ＭＳ Ｐゴシック" charset="0"/>
              </a:defRPr>
            </a:lvl6pPr>
            <a:lvl7pPr marL="3200400" defTabSz="762000" eaLnBrk="0" fontAlgn="base" hangingPunct="0">
              <a:spcBef>
                <a:spcPct val="0"/>
              </a:spcBef>
              <a:spcAft>
                <a:spcPct val="0"/>
              </a:spcAft>
              <a:defRPr sz="2400">
                <a:solidFill>
                  <a:schemeClr val="tx1"/>
                </a:solidFill>
                <a:latin typeface="Times New Roman" charset="0"/>
                <a:ea typeface="ＭＳ Ｐゴシック" charset="0"/>
              </a:defRPr>
            </a:lvl7pPr>
            <a:lvl8pPr marL="3657600" defTabSz="762000" eaLnBrk="0" fontAlgn="base" hangingPunct="0">
              <a:spcBef>
                <a:spcPct val="0"/>
              </a:spcBef>
              <a:spcAft>
                <a:spcPct val="0"/>
              </a:spcAft>
              <a:defRPr sz="2400">
                <a:solidFill>
                  <a:schemeClr val="tx1"/>
                </a:solidFill>
                <a:latin typeface="Times New Roman" charset="0"/>
                <a:ea typeface="ＭＳ Ｐゴシック" charset="0"/>
              </a:defRPr>
            </a:lvl8pPr>
            <a:lvl9pPr marL="4114800" defTabSz="7620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r>
              <a:rPr lang="es-ES_tradnl" sz="1400" b="1">
                <a:solidFill>
                  <a:srgbClr val="3366CC"/>
                </a:solidFill>
                <a:latin typeface="Arial" charset="0"/>
              </a:rPr>
              <a:t>https://kemlg.upc.edu</a:t>
            </a:r>
            <a:endParaRPr lang="es-ES_tradnl" sz="1600" b="1">
              <a:solidFill>
                <a:srgbClr val="3366CC"/>
              </a:solidFill>
              <a:latin typeface="Arial" charset="0"/>
            </a:endParaRPr>
          </a:p>
        </p:txBody>
      </p:sp>
      <p:sp>
        <p:nvSpPr>
          <p:cNvPr id="363533" name="Rectangle 3085"/>
          <p:cNvSpPr>
            <a:spLocks noChangeArrowheads="1"/>
          </p:cNvSpPr>
          <p:nvPr/>
        </p:nvSpPr>
        <p:spPr bwMode="auto">
          <a:xfrm>
            <a:off x="76200" y="1588"/>
            <a:ext cx="457200" cy="6870700"/>
          </a:xfrm>
          <a:prstGeom prst="rect">
            <a:avLst/>
          </a:prstGeom>
          <a:gradFill rotWithShape="0">
            <a:gsLst>
              <a:gs pos="0">
                <a:srgbClr val="10668C">
                  <a:gamma/>
                  <a:tint val="44314"/>
                  <a:invGamma/>
                </a:srgbClr>
              </a:gs>
              <a:gs pos="100000">
                <a:srgbClr val="10668C"/>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s-ES"/>
          </a:p>
        </p:txBody>
      </p:sp>
      <p:sp>
        <p:nvSpPr>
          <p:cNvPr id="363534" name="Rectangle 3086"/>
          <p:cNvSpPr>
            <a:spLocks noChangeArrowheads="1"/>
          </p:cNvSpPr>
          <p:nvPr/>
        </p:nvSpPr>
        <p:spPr bwMode="auto">
          <a:xfrm>
            <a:off x="0" y="1588"/>
            <a:ext cx="457200" cy="6870700"/>
          </a:xfrm>
          <a:prstGeom prst="rect">
            <a:avLst/>
          </a:prstGeom>
          <a:gradFill rotWithShape="0">
            <a:gsLst>
              <a:gs pos="0">
                <a:srgbClr val="1482B4">
                  <a:gamma/>
                  <a:tint val="33333"/>
                  <a:invGamma/>
                </a:srgbClr>
              </a:gs>
              <a:gs pos="100000">
                <a:srgbClr val="1482B4"/>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s-ES"/>
          </a:p>
        </p:txBody>
      </p:sp>
      <p:sp>
        <p:nvSpPr>
          <p:cNvPr id="363535" name="Text Box 3087"/>
          <p:cNvSpPr txBox="1">
            <a:spLocks noChangeArrowheads="1"/>
          </p:cNvSpPr>
          <p:nvPr/>
        </p:nvSpPr>
        <p:spPr bwMode="auto">
          <a:xfrm rot="-5400000">
            <a:off x="-3241675" y="3251786"/>
            <a:ext cx="6848475" cy="338554"/>
          </a:xfrm>
          <a:prstGeom prst="rect">
            <a:avLst/>
          </a:prstGeom>
          <a:noFill/>
          <a:ln>
            <a:noFill/>
          </a:ln>
          <a:effectLst/>
          <a:extLst>
            <a:ext uri="{909E8E84-426E-40DD-AFC4-6F175D3DCCD1}">
              <a14:hiddenFill xmlns:a14="http://schemas.microsoft.com/office/drawing/2010/main">
                <a:gradFill rotWithShape="0">
                  <a:gsLst>
                    <a:gs pos="0">
                      <a:schemeClr val="accent1">
                        <a:gamma/>
                        <a:tint val="50980"/>
                        <a:invGamma/>
                      </a:schemeClr>
                    </a:gs>
                    <a:gs pos="100000">
                      <a:schemeClr val="accent1"/>
                    </a:gs>
                  </a:gsLst>
                  <a:lin ang="5400000" scaled="1"/>
                </a:gra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defTabSz="762000">
              <a:defRPr sz="2400">
                <a:solidFill>
                  <a:schemeClr val="tx1"/>
                </a:solidFill>
                <a:latin typeface="Times New Roman" charset="0"/>
                <a:ea typeface="ＭＳ Ｐゴシック" charset="0"/>
              </a:defRPr>
            </a:lvl1pPr>
            <a:lvl2pPr marL="571500" defTabSz="762000">
              <a:defRPr sz="2400">
                <a:solidFill>
                  <a:schemeClr val="tx1"/>
                </a:solidFill>
                <a:latin typeface="Times New Roman" charset="0"/>
                <a:ea typeface="ＭＳ Ｐゴシック" charset="0"/>
              </a:defRPr>
            </a:lvl2pPr>
            <a:lvl3pPr marL="1143000" defTabSz="762000">
              <a:defRPr sz="2400">
                <a:solidFill>
                  <a:schemeClr val="tx1"/>
                </a:solidFill>
                <a:latin typeface="Times New Roman" charset="0"/>
                <a:ea typeface="ＭＳ Ｐゴシック" charset="0"/>
              </a:defRPr>
            </a:lvl3pPr>
            <a:lvl4pPr marL="1714500" defTabSz="762000">
              <a:defRPr sz="2400">
                <a:solidFill>
                  <a:schemeClr val="tx1"/>
                </a:solidFill>
                <a:latin typeface="Times New Roman" charset="0"/>
                <a:ea typeface="ＭＳ Ｐゴシック" charset="0"/>
              </a:defRPr>
            </a:lvl4pPr>
            <a:lvl5pPr marL="2286000" defTabSz="762000">
              <a:defRPr sz="2400">
                <a:solidFill>
                  <a:schemeClr val="tx1"/>
                </a:solidFill>
                <a:latin typeface="Times New Roman" charset="0"/>
                <a:ea typeface="ＭＳ Ｐゴシック" charset="0"/>
              </a:defRPr>
            </a:lvl5pPr>
            <a:lvl6pPr marL="2743200" defTabSz="762000" eaLnBrk="0" fontAlgn="base" hangingPunct="0">
              <a:spcBef>
                <a:spcPct val="0"/>
              </a:spcBef>
              <a:spcAft>
                <a:spcPct val="0"/>
              </a:spcAft>
              <a:defRPr sz="2400">
                <a:solidFill>
                  <a:schemeClr val="tx1"/>
                </a:solidFill>
                <a:latin typeface="Times New Roman" charset="0"/>
                <a:ea typeface="ＭＳ Ｐゴシック" charset="0"/>
              </a:defRPr>
            </a:lvl6pPr>
            <a:lvl7pPr marL="3200400" defTabSz="762000" eaLnBrk="0" fontAlgn="base" hangingPunct="0">
              <a:spcBef>
                <a:spcPct val="0"/>
              </a:spcBef>
              <a:spcAft>
                <a:spcPct val="0"/>
              </a:spcAft>
              <a:defRPr sz="2400">
                <a:solidFill>
                  <a:schemeClr val="tx1"/>
                </a:solidFill>
                <a:latin typeface="Times New Roman" charset="0"/>
                <a:ea typeface="ＭＳ Ｐゴシック" charset="0"/>
              </a:defRPr>
            </a:lvl7pPr>
            <a:lvl8pPr marL="3657600" defTabSz="762000" eaLnBrk="0" fontAlgn="base" hangingPunct="0">
              <a:spcBef>
                <a:spcPct val="0"/>
              </a:spcBef>
              <a:spcAft>
                <a:spcPct val="0"/>
              </a:spcAft>
              <a:defRPr sz="2400">
                <a:solidFill>
                  <a:schemeClr val="tx1"/>
                </a:solidFill>
                <a:latin typeface="Times New Roman" charset="0"/>
                <a:ea typeface="ＭＳ Ｐゴシック" charset="0"/>
              </a:defRPr>
            </a:lvl8pPr>
            <a:lvl9pPr marL="4114800" defTabSz="762000" eaLnBrk="0" fontAlgn="base" hangingPunct="0">
              <a:spcBef>
                <a:spcPct val="0"/>
              </a:spcBef>
              <a:spcAft>
                <a:spcPct val="0"/>
              </a:spcAft>
              <a:defRPr sz="2400">
                <a:solidFill>
                  <a:schemeClr val="tx1"/>
                </a:solidFill>
                <a:latin typeface="Times New Roman" charset="0"/>
                <a:ea typeface="ＭＳ Ｐゴシック" charset="0"/>
              </a:defRPr>
            </a:lvl9pPr>
          </a:lstStyle>
          <a:p>
            <a:r>
              <a:rPr lang="ca-ES" sz="1600" b="1" dirty="0" err="1">
                <a:solidFill>
                  <a:srgbClr val="003366"/>
                </a:solidFill>
                <a:effectLst>
                  <a:outerShdw blurRad="38100" dist="38100" dir="2700000" algn="tl">
                    <a:srgbClr val="DDDDDD"/>
                  </a:outerShdw>
                </a:effectLst>
                <a:latin typeface="Arial" charset="0"/>
              </a:rPr>
              <a:t>Prometheus</a:t>
            </a:r>
            <a:endParaRPr lang="ca-ES" sz="2600" b="1" dirty="0">
              <a:solidFill>
                <a:srgbClr val="B2B2B2"/>
              </a:solidFill>
              <a:latin typeface="Arial" charset="0"/>
            </a:endParaRPr>
          </a:p>
        </p:txBody>
      </p:sp>
      <p:pic>
        <p:nvPicPr>
          <p:cNvPr id="363541" name="Picture 62" descr="foto_recerca"/>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549650" y="5767388"/>
            <a:ext cx="5594350"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3542" name="Picture 6" descr="D:\downloads\DropBox\My Dropbox\Logo KEMLG.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7088" y="5721350"/>
            <a:ext cx="25590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3543" name="Picture 1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30225" y="6681788"/>
            <a:ext cx="30241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5" name="Marcador de número de diapositiva 4"/>
          <p:cNvSpPr>
            <a:spLocks noGrp="1"/>
          </p:cNvSpPr>
          <p:nvPr>
            <p:ph type="sldNum" sz="quarter" idx="11"/>
          </p:nvPr>
        </p:nvSpPr>
        <p:spPr/>
        <p:txBody>
          <a:bodyPr/>
          <a:lstStyle>
            <a:lvl1pPr>
              <a:defRPr/>
            </a:lvl1pPr>
          </a:lstStyle>
          <a:p>
            <a:fld id="{39A92189-4A1C-DB4D-A308-1760EA4C79C7}" type="slidenum">
              <a:rPr lang="en-GB"/>
              <a:pPr/>
              <a:t>‹#›</a:t>
            </a:fld>
            <a:endParaRPr lang="en-GB"/>
          </a:p>
        </p:txBody>
      </p:sp>
    </p:spTree>
    <p:extLst>
      <p:ext uri="{BB962C8B-B14F-4D97-AF65-F5344CB8AC3E}">
        <p14:creationId xmlns:p14="http://schemas.microsoft.com/office/powerpoint/2010/main" val="635251752"/>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endParaRPr lang="es-ES"/>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_tradnl"/>
              <a:t>Haga clic para modificar el estilo de texto del patrón</a:t>
            </a:r>
          </a:p>
        </p:txBody>
      </p:sp>
      <p:sp>
        <p:nvSpPr>
          <p:cNvPr id="5" name="Marcador de número de diapositiva 4"/>
          <p:cNvSpPr>
            <a:spLocks noGrp="1"/>
          </p:cNvSpPr>
          <p:nvPr>
            <p:ph type="sldNum" sz="quarter" idx="11"/>
          </p:nvPr>
        </p:nvSpPr>
        <p:spPr/>
        <p:txBody>
          <a:bodyPr/>
          <a:lstStyle>
            <a:lvl1pPr>
              <a:defRPr/>
            </a:lvl1pPr>
          </a:lstStyle>
          <a:p>
            <a:fld id="{578ECFFE-D909-A54B-9E36-5B28267DFB3D}" type="slidenum">
              <a:rPr lang="en-GB"/>
              <a:pPr/>
              <a:t>‹#›</a:t>
            </a:fld>
            <a:endParaRPr lang="en-GB"/>
          </a:p>
        </p:txBody>
      </p:sp>
    </p:spTree>
    <p:extLst>
      <p:ext uri="{BB962C8B-B14F-4D97-AF65-F5344CB8AC3E}">
        <p14:creationId xmlns:p14="http://schemas.microsoft.com/office/powerpoint/2010/main" val="3642294090"/>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sz="half" idx="1"/>
          </p:nvPr>
        </p:nvSpPr>
        <p:spPr>
          <a:xfrm>
            <a:off x="914400" y="1828800"/>
            <a:ext cx="37338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contenido 3"/>
          <p:cNvSpPr>
            <a:spLocks noGrp="1"/>
          </p:cNvSpPr>
          <p:nvPr>
            <p:ph sz="half" idx="2"/>
          </p:nvPr>
        </p:nvSpPr>
        <p:spPr>
          <a:xfrm>
            <a:off x="4800600" y="1828800"/>
            <a:ext cx="37338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6" name="Marcador de número de diapositiva 5"/>
          <p:cNvSpPr>
            <a:spLocks noGrp="1"/>
          </p:cNvSpPr>
          <p:nvPr>
            <p:ph type="sldNum" sz="quarter" idx="11"/>
          </p:nvPr>
        </p:nvSpPr>
        <p:spPr/>
        <p:txBody>
          <a:bodyPr/>
          <a:lstStyle>
            <a:lvl1pPr>
              <a:defRPr/>
            </a:lvl1pPr>
          </a:lstStyle>
          <a:p>
            <a:fld id="{6242978C-4137-6443-84BD-CC58B3416CBE}" type="slidenum">
              <a:rPr lang="en-GB"/>
              <a:pPr/>
              <a:t>‹#›</a:t>
            </a:fld>
            <a:endParaRPr lang="en-GB"/>
          </a:p>
        </p:txBody>
      </p:sp>
    </p:spTree>
    <p:extLst>
      <p:ext uri="{BB962C8B-B14F-4D97-AF65-F5344CB8AC3E}">
        <p14:creationId xmlns:p14="http://schemas.microsoft.com/office/powerpoint/2010/main" val="4098757049"/>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1143000"/>
          </a:xfrm>
        </p:spPr>
        <p:txBody>
          <a:bodyPr/>
          <a:lstStyle>
            <a:lvl1pPr>
              <a:defRPr/>
            </a:lvl1pPr>
          </a:lstStyle>
          <a:p>
            <a:r>
              <a:rPr lang="es-ES_tradnl"/>
              <a:t>Clic para editar título</a:t>
            </a:r>
            <a:endParaRPr lang="es-ES"/>
          </a:p>
        </p:txBody>
      </p:sp>
      <p:sp>
        <p:nvSpPr>
          <p:cNvPr id="3" name="Marcador de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4" name="Marcador de conteni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6" name="Marcador de conteni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8" name="Marcador de número de diapositiva 7"/>
          <p:cNvSpPr>
            <a:spLocks noGrp="1"/>
          </p:cNvSpPr>
          <p:nvPr>
            <p:ph type="sldNum" sz="quarter" idx="11"/>
          </p:nvPr>
        </p:nvSpPr>
        <p:spPr/>
        <p:txBody>
          <a:bodyPr/>
          <a:lstStyle>
            <a:lvl1pPr>
              <a:defRPr/>
            </a:lvl1pPr>
          </a:lstStyle>
          <a:p>
            <a:fld id="{E424B2D1-D158-C646-9C0A-320FB65A053A}" type="slidenum">
              <a:rPr lang="en-GB"/>
              <a:pPr/>
              <a:t>‹#›</a:t>
            </a:fld>
            <a:endParaRPr lang="en-GB"/>
          </a:p>
        </p:txBody>
      </p:sp>
    </p:spTree>
    <p:extLst>
      <p:ext uri="{BB962C8B-B14F-4D97-AF65-F5344CB8AC3E}">
        <p14:creationId xmlns:p14="http://schemas.microsoft.com/office/powerpoint/2010/main" val="2438921123"/>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4" name="Marcador de número de diapositiva 3"/>
          <p:cNvSpPr>
            <a:spLocks noGrp="1"/>
          </p:cNvSpPr>
          <p:nvPr>
            <p:ph type="sldNum" sz="quarter" idx="11"/>
          </p:nvPr>
        </p:nvSpPr>
        <p:spPr/>
        <p:txBody>
          <a:bodyPr/>
          <a:lstStyle>
            <a:lvl1pPr>
              <a:defRPr/>
            </a:lvl1pPr>
          </a:lstStyle>
          <a:p>
            <a:fld id="{7A912407-5BEB-3D40-9ED7-C51081FCAFF9}" type="slidenum">
              <a:rPr lang="en-GB"/>
              <a:pPr/>
              <a:t>‹#›</a:t>
            </a:fld>
            <a:endParaRPr lang="en-GB"/>
          </a:p>
        </p:txBody>
      </p:sp>
    </p:spTree>
    <p:extLst>
      <p:ext uri="{BB962C8B-B14F-4D97-AF65-F5344CB8AC3E}">
        <p14:creationId xmlns:p14="http://schemas.microsoft.com/office/powerpoint/2010/main" val="3166171177"/>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3" name="Marcador de número de diapositiva 2"/>
          <p:cNvSpPr>
            <a:spLocks noGrp="1"/>
          </p:cNvSpPr>
          <p:nvPr>
            <p:ph type="sldNum" sz="quarter" idx="11"/>
          </p:nvPr>
        </p:nvSpPr>
        <p:spPr/>
        <p:txBody>
          <a:bodyPr/>
          <a:lstStyle>
            <a:lvl1pPr>
              <a:defRPr/>
            </a:lvl1pPr>
          </a:lstStyle>
          <a:p>
            <a:fld id="{0DAD81EF-3F60-AD43-9869-74A8F6B660A3}" type="slidenum">
              <a:rPr lang="en-GB"/>
              <a:pPr/>
              <a:t>‹#›</a:t>
            </a:fld>
            <a:endParaRPr lang="en-GB"/>
          </a:p>
        </p:txBody>
      </p:sp>
    </p:spTree>
    <p:extLst>
      <p:ext uri="{BB962C8B-B14F-4D97-AF65-F5344CB8AC3E}">
        <p14:creationId xmlns:p14="http://schemas.microsoft.com/office/powerpoint/2010/main" val="754969197"/>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6" name="Marcador de número de diapositiva 5"/>
          <p:cNvSpPr>
            <a:spLocks noGrp="1"/>
          </p:cNvSpPr>
          <p:nvPr>
            <p:ph type="sldNum" sz="quarter" idx="11"/>
          </p:nvPr>
        </p:nvSpPr>
        <p:spPr/>
        <p:txBody>
          <a:bodyPr/>
          <a:lstStyle>
            <a:lvl1pPr>
              <a:defRPr/>
            </a:lvl1pPr>
          </a:lstStyle>
          <a:p>
            <a:fld id="{B8AC0E16-C757-0749-992C-A745A5993F64}" type="slidenum">
              <a:rPr lang="en-GB"/>
              <a:pPr/>
              <a:t>‹#›</a:t>
            </a:fld>
            <a:endParaRPr lang="en-GB"/>
          </a:p>
        </p:txBody>
      </p:sp>
    </p:spTree>
    <p:extLst>
      <p:ext uri="{BB962C8B-B14F-4D97-AF65-F5344CB8AC3E}">
        <p14:creationId xmlns:p14="http://schemas.microsoft.com/office/powerpoint/2010/main" val="794446226"/>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es-ES_tradnl"/>
              <a:t>Clic para editar título</a:t>
            </a:r>
            <a:endParaRPr lang="es-ES"/>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6" name="Marcador de número de diapositiva 5"/>
          <p:cNvSpPr>
            <a:spLocks noGrp="1"/>
          </p:cNvSpPr>
          <p:nvPr>
            <p:ph type="sldNum" sz="quarter" idx="11"/>
          </p:nvPr>
        </p:nvSpPr>
        <p:spPr/>
        <p:txBody>
          <a:bodyPr/>
          <a:lstStyle>
            <a:lvl1pPr>
              <a:defRPr/>
            </a:lvl1pPr>
          </a:lstStyle>
          <a:p>
            <a:fld id="{91BB4CC3-83DB-714A-B00C-6C1FE5864B1C}" type="slidenum">
              <a:rPr lang="en-GB"/>
              <a:pPr/>
              <a:t>‹#›</a:t>
            </a:fld>
            <a:endParaRPr lang="en-GB"/>
          </a:p>
        </p:txBody>
      </p:sp>
    </p:spTree>
    <p:extLst>
      <p:ext uri="{BB962C8B-B14F-4D97-AF65-F5344CB8AC3E}">
        <p14:creationId xmlns:p14="http://schemas.microsoft.com/office/powerpoint/2010/main" val="1496126528"/>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número de diapositiva 4"/>
          <p:cNvSpPr>
            <a:spLocks noGrp="1"/>
          </p:cNvSpPr>
          <p:nvPr>
            <p:ph type="sldNum" sz="quarter" idx="11"/>
          </p:nvPr>
        </p:nvSpPr>
        <p:spPr/>
        <p:txBody>
          <a:bodyPr/>
          <a:lstStyle>
            <a:lvl1pPr>
              <a:defRPr/>
            </a:lvl1pPr>
          </a:lstStyle>
          <a:p>
            <a:fld id="{D2E8638C-4D79-2747-9836-D4232E9E5928}" type="slidenum">
              <a:rPr lang="en-GB"/>
              <a:pPr/>
              <a:t>‹#›</a:t>
            </a:fld>
            <a:endParaRPr lang="en-GB"/>
          </a:p>
        </p:txBody>
      </p:sp>
    </p:spTree>
    <p:extLst>
      <p:ext uri="{BB962C8B-B14F-4D97-AF65-F5344CB8AC3E}">
        <p14:creationId xmlns:p14="http://schemas.microsoft.com/office/powerpoint/2010/main" val="3436111610"/>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10350" y="704850"/>
            <a:ext cx="1924050" cy="5695950"/>
          </a:xfrm>
        </p:spPr>
        <p:txBody>
          <a:bodyPr vert="eaVert"/>
          <a:lstStyle/>
          <a:p>
            <a:r>
              <a:rPr lang="es-ES_tradnl"/>
              <a:t>Clic para editar título</a:t>
            </a:r>
            <a:endParaRPr lang="es-ES"/>
          </a:p>
        </p:txBody>
      </p:sp>
      <p:sp>
        <p:nvSpPr>
          <p:cNvPr id="3" name="Marcador de texto vertical 2"/>
          <p:cNvSpPr>
            <a:spLocks noGrp="1"/>
          </p:cNvSpPr>
          <p:nvPr>
            <p:ph type="body" orient="vert" idx="1"/>
          </p:nvPr>
        </p:nvSpPr>
        <p:spPr>
          <a:xfrm>
            <a:off x="838200" y="704850"/>
            <a:ext cx="5619750" cy="5695950"/>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número de diapositiva 4"/>
          <p:cNvSpPr>
            <a:spLocks noGrp="1"/>
          </p:cNvSpPr>
          <p:nvPr>
            <p:ph type="sldNum" sz="quarter" idx="11"/>
          </p:nvPr>
        </p:nvSpPr>
        <p:spPr/>
        <p:txBody>
          <a:bodyPr/>
          <a:lstStyle>
            <a:lvl1pPr>
              <a:defRPr/>
            </a:lvl1pPr>
          </a:lstStyle>
          <a:p>
            <a:fld id="{B5CEDAE4-4E43-CE46-A499-A3AFECB12B28}" type="slidenum">
              <a:rPr lang="en-GB"/>
              <a:pPr/>
              <a:t>‹#›</a:t>
            </a:fld>
            <a:endParaRPr lang="en-GB"/>
          </a:p>
        </p:txBody>
      </p:sp>
    </p:spTree>
    <p:extLst>
      <p:ext uri="{BB962C8B-B14F-4D97-AF65-F5344CB8AC3E}">
        <p14:creationId xmlns:p14="http://schemas.microsoft.com/office/powerpoint/2010/main" val="1703617545"/>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3.jpe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84" name="Object 60"/>
          <p:cNvGraphicFramePr>
            <a:graphicFrameLocks noChangeAspect="1"/>
          </p:cNvGraphicFramePr>
          <p:nvPr/>
        </p:nvGraphicFramePr>
        <p:xfrm>
          <a:off x="4648200" y="4017963"/>
          <a:ext cx="4471988" cy="2835275"/>
        </p:xfrm>
        <a:graphic>
          <a:graphicData uri="http://schemas.openxmlformats.org/presentationml/2006/ole">
            <mc:AlternateContent xmlns:mc="http://schemas.openxmlformats.org/markup-compatibility/2006">
              <mc:Choice xmlns:v="urn:schemas-microsoft-com:vml" Requires="v">
                <p:oleObj spid="_x0000_s1399" name="Image" r:id="rId14" imgW="2926464" imgH="1830962" progId="Photoshop.Image.7">
                  <p:embed/>
                </p:oleObj>
              </mc:Choice>
              <mc:Fallback>
                <p:oleObj name="Image" r:id="rId14" imgW="2926464" imgH="1830962" progId="Photoshop.Image.7">
                  <p:embed/>
                  <p:pic>
                    <p:nvPicPr>
                      <p:cNvPr id="0" name="Object 60"/>
                      <p:cNvPicPr>
                        <a:picLocks noChangeAspect="1" noChangeArrowheads="1"/>
                      </p:cNvPicPr>
                      <p:nvPr/>
                    </p:nvPicPr>
                    <p:blipFill>
                      <a:blip r:embed="rId15">
                        <a:lum bright="54000" contrast="-64000"/>
                        <a:extLst>
                          <a:ext uri="{28A0092B-C50C-407E-A947-70E740481C1C}">
                            <a14:useLocalDpi xmlns:a14="http://schemas.microsoft.com/office/drawing/2010/main" val="0"/>
                          </a:ext>
                        </a:extLst>
                      </a:blip>
                      <a:srcRect r="11072" b="9831"/>
                      <a:stretch>
                        <a:fillRect/>
                      </a:stretch>
                    </p:blipFill>
                    <p:spPr bwMode="auto">
                      <a:xfrm>
                        <a:off x="4648200" y="4017963"/>
                        <a:ext cx="4471988" cy="283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026" name="Rectangle 2"/>
          <p:cNvSpPr>
            <a:spLocks noGrp="1" noChangeArrowheads="1"/>
          </p:cNvSpPr>
          <p:nvPr>
            <p:ph type="title"/>
          </p:nvPr>
        </p:nvSpPr>
        <p:spPr bwMode="auto">
          <a:xfrm>
            <a:off x="838200" y="704850"/>
            <a:ext cx="7696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488" tIns="44450" rIns="90488" bIns="44450" numCol="1" anchor="ctr" anchorCtr="0" compatLnSpc="1">
            <a:prstTxWarp prst="textNoShape">
              <a:avLst/>
            </a:prstTxWarp>
          </a:bodyPr>
          <a:lstStyle/>
          <a:p>
            <a:pPr lvl="0"/>
            <a:r>
              <a:rPr lang="es-ES_tradnl"/>
              <a:t>Títol de la diapositiva</a:t>
            </a:r>
          </a:p>
        </p:txBody>
      </p:sp>
      <p:sp>
        <p:nvSpPr>
          <p:cNvPr id="1027" name="Rectangle 3"/>
          <p:cNvSpPr>
            <a:spLocks noGrp="1" noChangeArrowheads="1"/>
          </p:cNvSpPr>
          <p:nvPr>
            <p:ph type="body" idx="1"/>
          </p:nvPr>
        </p:nvSpPr>
        <p:spPr bwMode="auto">
          <a:xfrm>
            <a:off x="914400" y="1828800"/>
            <a:ext cx="76200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488" tIns="44450" rIns="90488" bIns="44450" numCol="1" anchor="t" anchorCtr="0" compatLnSpc="1">
            <a:prstTxWarp prst="textNoShape">
              <a:avLst/>
            </a:prstTxWarp>
          </a:bodyPr>
          <a:lstStyle/>
          <a:p>
            <a:pPr lvl="0"/>
            <a:r>
              <a:rPr lang="es-ES_tradnl"/>
              <a:t>estil del text del patró a primer nivell</a:t>
            </a:r>
          </a:p>
          <a:p>
            <a:pPr lvl="1"/>
            <a:r>
              <a:rPr lang="es-ES_tradnl"/>
              <a:t>segon nivell</a:t>
            </a:r>
          </a:p>
          <a:p>
            <a:pPr lvl="2"/>
            <a:r>
              <a:rPr lang="es-ES_tradnl"/>
              <a:t>tercer nivell</a:t>
            </a:r>
          </a:p>
          <a:p>
            <a:pPr lvl="3"/>
            <a:r>
              <a:rPr lang="es-ES_tradnl"/>
              <a:t>quart nivell</a:t>
            </a:r>
          </a:p>
          <a:p>
            <a:pPr lvl="4"/>
            <a:r>
              <a:rPr lang="es-ES_tradnl"/>
              <a:t>cinque nivell</a:t>
            </a:r>
          </a:p>
        </p:txBody>
      </p:sp>
      <p:sp>
        <p:nvSpPr>
          <p:cNvPr id="1076" name="Rectangle 52"/>
          <p:cNvSpPr>
            <a:spLocks noGrp="1" noChangeArrowheads="1"/>
          </p:cNvSpPr>
          <p:nvPr>
            <p:ph type="sldNum" sz="quarter" idx="4"/>
          </p:nvPr>
        </p:nvSpPr>
        <p:spPr bwMode="auto">
          <a:xfrm>
            <a:off x="8291513" y="6529388"/>
            <a:ext cx="8239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b="1">
                <a:latin typeface="+mn-lt"/>
              </a:defRPr>
            </a:lvl1pPr>
          </a:lstStyle>
          <a:p>
            <a:fld id="{CB1D7B28-07DB-7846-8CC9-84E067EB0A94}" type="slidenum">
              <a:rPr lang="en-GB"/>
              <a:pPr/>
              <a:t>‹#›</a:t>
            </a:fld>
            <a:endParaRPr lang="en-GB"/>
          </a:p>
        </p:txBody>
      </p:sp>
      <p:sp>
        <p:nvSpPr>
          <p:cNvPr id="1081" name="Rectangle 57"/>
          <p:cNvSpPr>
            <a:spLocks noChangeArrowheads="1"/>
          </p:cNvSpPr>
          <p:nvPr/>
        </p:nvSpPr>
        <p:spPr bwMode="auto">
          <a:xfrm>
            <a:off x="76200" y="0"/>
            <a:ext cx="457200" cy="6870700"/>
          </a:xfrm>
          <a:prstGeom prst="rect">
            <a:avLst/>
          </a:prstGeom>
          <a:gradFill rotWithShape="0">
            <a:gsLst>
              <a:gs pos="0">
                <a:srgbClr val="10668C">
                  <a:gamma/>
                  <a:tint val="44314"/>
                  <a:invGamma/>
                </a:srgbClr>
              </a:gs>
              <a:gs pos="100000">
                <a:srgbClr val="10668C"/>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s-ES"/>
          </a:p>
        </p:txBody>
      </p:sp>
      <p:sp>
        <p:nvSpPr>
          <p:cNvPr id="1082" name="Rectangle 58"/>
          <p:cNvSpPr>
            <a:spLocks noChangeArrowheads="1"/>
          </p:cNvSpPr>
          <p:nvPr/>
        </p:nvSpPr>
        <p:spPr bwMode="auto">
          <a:xfrm>
            <a:off x="0" y="0"/>
            <a:ext cx="457200" cy="6870700"/>
          </a:xfrm>
          <a:prstGeom prst="rect">
            <a:avLst/>
          </a:prstGeom>
          <a:gradFill rotWithShape="0">
            <a:gsLst>
              <a:gs pos="0">
                <a:srgbClr val="1482B4">
                  <a:gamma/>
                  <a:tint val="33333"/>
                  <a:invGamma/>
                </a:srgbClr>
              </a:gs>
              <a:gs pos="100000">
                <a:srgbClr val="1482B4"/>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s-ES"/>
          </a:p>
        </p:txBody>
      </p:sp>
      <p:sp>
        <p:nvSpPr>
          <p:cNvPr id="1083" name="Text Box 59"/>
          <p:cNvSpPr txBox="1">
            <a:spLocks noChangeArrowheads="1"/>
          </p:cNvSpPr>
          <p:nvPr/>
        </p:nvSpPr>
        <p:spPr bwMode="auto">
          <a:xfrm rot="16200000">
            <a:off x="-3241675" y="3248611"/>
            <a:ext cx="6848475" cy="338554"/>
          </a:xfrm>
          <a:prstGeom prst="rect">
            <a:avLst/>
          </a:prstGeom>
          <a:noFill/>
          <a:ln>
            <a:noFill/>
          </a:ln>
          <a:effectLst/>
          <a:extLst>
            <a:ext uri="{909E8E84-426E-40DD-AFC4-6F175D3DCCD1}">
              <a14:hiddenFill xmlns:a14="http://schemas.microsoft.com/office/drawing/2010/main">
                <a:gradFill rotWithShape="0">
                  <a:gsLst>
                    <a:gs pos="0">
                      <a:schemeClr val="accent1">
                        <a:gamma/>
                        <a:tint val="50980"/>
                        <a:invGamma/>
                      </a:schemeClr>
                    </a:gs>
                    <a:gs pos="100000">
                      <a:schemeClr val="accent1"/>
                    </a:gs>
                  </a:gsLst>
                  <a:lin ang="5400000" scaled="1"/>
                </a:gra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defTabSz="762000">
              <a:defRPr sz="2400">
                <a:solidFill>
                  <a:schemeClr val="tx1"/>
                </a:solidFill>
                <a:latin typeface="Times New Roman" charset="0"/>
                <a:ea typeface="ＭＳ Ｐゴシック" charset="0"/>
              </a:defRPr>
            </a:lvl1pPr>
            <a:lvl2pPr marL="571500" defTabSz="762000">
              <a:defRPr sz="2400">
                <a:solidFill>
                  <a:schemeClr val="tx1"/>
                </a:solidFill>
                <a:latin typeface="Times New Roman" charset="0"/>
                <a:ea typeface="ＭＳ Ｐゴシック" charset="0"/>
              </a:defRPr>
            </a:lvl2pPr>
            <a:lvl3pPr marL="1143000" defTabSz="762000">
              <a:defRPr sz="2400">
                <a:solidFill>
                  <a:schemeClr val="tx1"/>
                </a:solidFill>
                <a:latin typeface="Times New Roman" charset="0"/>
                <a:ea typeface="ＭＳ Ｐゴシック" charset="0"/>
              </a:defRPr>
            </a:lvl3pPr>
            <a:lvl4pPr marL="1714500" defTabSz="762000">
              <a:defRPr sz="2400">
                <a:solidFill>
                  <a:schemeClr val="tx1"/>
                </a:solidFill>
                <a:latin typeface="Times New Roman" charset="0"/>
                <a:ea typeface="ＭＳ Ｐゴシック" charset="0"/>
              </a:defRPr>
            </a:lvl4pPr>
            <a:lvl5pPr marL="2286000" defTabSz="762000">
              <a:defRPr sz="2400">
                <a:solidFill>
                  <a:schemeClr val="tx1"/>
                </a:solidFill>
                <a:latin typeface="Times New Roman" charset="0"/>
                <a:ea typeface="ＭＳ Ｐゴシック" charset="0"/>
              </a:defRPr>
            </a:lvl5pPr>
            <a:lvl6pPr marL="2743200" defTabSz="762000" eaLnBrk="0" fontAlgn="base" hangingPunct="0">
              <a:spcBef>
                <a:spcPct val="0"/>
              </a:spcBef>
              <a:spcAft>
                <a:spcPct val="0"/>
              </a:spcAft>
              <a:defRPr sz="2400">
                <a:solidFill>
                  <a:schemeClr val="tx1"/>
                </a:solidFill>
                <a:latin typeface="Times New Roman" charset="0"/>
                <a:ea typeface="ＭＳ Ｐゴシック" charset="0"/>
              </a:defRPr>
            </a:lvl6pPr>
            <a:lvl7pPr marL="3200400" defTabSz="762000" eaLnBrk="0" fontAlgn="base" hangingPunct="0">
              <a:spcBef>
                <a:spcPct val="0"/>
              </a:spcBef>
              <a:spcAft>
                <a:spcPct val="0"/>
              </a:spcAft>
              <a:defRPr sz="2400">
                <a:solidFill>
                  <a:schemeClr val="tx1"/>
                </a:solidFill>
                <a:latin typeface="Times New Roman" charset="0"/>
                <a:ea typeface="ＭＳ Ｐゴシック" charset="0"/>
              </a:defRPr>
            </a:lvl7pPr>
            <a:lvl8pPr marL="3657600" defTabSz="762000" eaLnBrk="0" fontAlgn="base" hangingPunct="0">
              <a:spcBef>
                <a:spcPct val="0"/>
              </a:spcBef>
              <a:spcAft>
                <a:spcPct val="0"/>
              </a:spcAft>
              <a:defRPr sz="2400">
                <a:solidFill>
                  <a:schemeClr val="tx1"/>
                </a:solidFill>
                <a:latin typeface="Times New Roman" charset="0"/>
                <a:ea typeface="ＭＳ Ｐゴシック" charset="0"/>
              </a:defRPr>
            </a:lvl8pPr>
            <a:lvl9pPr marL="4114800" defTabSz="762000" eaLnBrk="0" fontAlgn="base" hangingPunct="0">
              <a:spcBef>
                <a:spcPct val="0"/>
              </a:spcBef>
              <a:spcAft>
                <a:spcPct val="0"/>
              </a:spcAft>
              <a:defRPr sz="2400">
                <a:solidFill>
                  <a:schemeClr val="tx1"/>
                </a:solidFill>
                <a:latin typeface="Times New Roman" charset="0"/>
                <a:ea typeface="ＭＳ Ｐゴシック" charset="0"/>
              </a:defRPr>
            </a:lvl9pPr>
          </a:lstStyle>
          <a:p>
            <a:r>
              <a:rPr lang="ca-ES" sz="1600" b="1" dirty="0" err="1">
                <a:solidFill>
                  <a:srgbClr val="003366"/>
                </a:solidFill>
                <a:effectLst>
                  <a:outerShdw blurRad="38100" dist="38100" dir="2700000" algn="tl">
                    <a:srgbClr val="DDDDDD"/>
                  </a:outerShdw>
                </a:effectLst>
                <a:latin typeface="Arial" charset="0"/>
              </a:rPr>
              <a:t>Prometheus</a:t>
            </a:r>
            <a:endParaRPr lang="ca-ES" sz="1600" b="1" dirty="0">
              <a:solidFill>
                <a:srgbClr val="003366"/>
              </a:solidFill>
              <a:effectLst>
                <a:outerShdw blurRad="38100" dist="38100" dir="2700000" algn="tl">
                  <a:srgbClr val="DDDDDD"/>
                </a:outerShdw>
              </a:effectLst>
              <a:latin typeface="Arial" charset="0"/>
            </a:endParaRPr>
          </a:p>
        </p:txBody>
      </p:sp>
      <p:pic>
        <p:nvPicPr>
          <p:cNvPr id="1089" name="Picture 62" descr="foto_recerca"/>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551613" y="0"/>
            <a:ext cx="2590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0" name="Picture 6" descr="D:\downloads\DropBox\My Dropbox\Logo KEMLG.jpg"/>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329238" y="0"/>
            <a:ext cx="11874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1" name="Picture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291138" y="419100"/>
            <a:ext cx="1296987" cy="8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hf hdr="0" dt="0"/>
  <p:txStyles>
    <p:titleStyle>
      <a:lvl1pPr algn="l" defTabSz="762000" rtl="0" eaLnBrk="0" fontAlgn="base" hangingPunct="0">
        <a:spcBef>
          <a:spcPct val="0"/>
        </a:spcBef>
        <a:spcAft>
          <a:spcPct val="0"/>
        </a:spcAft>
        <a:defRPr sz="2800">
          <a:solidFill>
            <a:srgbClr val="000066"/>
          </a:solidFill>
          <a:effectLst>
            <a:outerShdw blurRad="38100" dist="38100" dir="2700000" algn="tl">
              <a:srgbClr val="DDDDDD"/>
            </a:outerShdw>
          </a:effectLst>
          <a:latin typeface="+mj-lt"/>
          <a:ea typeface="+mj-ea"/>
          <a:cs typeface="+mj-cs"/>
        </a:defRPr>
      </a:lvl1pPr>
      <a:lvl2pPr algn="l" defTabSz="762000" rtl="0" eaLnBrk="0" fontAlgn="base" hangingPunct="0">
        <a:spcBef>
          <a:spcPct val="0"/>
        </a:spcBef>
        <a:spcAft>
          <a:spcPct val="0"/>
        </a:spcAft>
        <a:defRPr sz="2800">
          <a:solidFill>
            <a:srgbClr val="000066"/>
          </a:solidFill>
          <a:effectLst>
            <a:outerShdw blurRad="38100" dist="38100" dir="2700000" algn="tl">
              <a:srgbClr val="DDDDDD"/>
            </a:outerShdw>
          </a:effectLst>
          <a:latin typeface="Tahoma" charset="0"/>
          <a:ea typeface="ＭＳ Ｐゴシック" charset="0"/>
          <a:cs typeface="Tahoma" charset="0"/>
        </a:defRPr>
      </a:lvl2pPr>
      <a:lvl3pPr algn="l" defTabSz="762000" rtl="0" eaLnBrk="0" fontAlgn="base" hangingPunct="0">
        <a:spcBef>
          <a:spcPct val="0"/>
        </a:spcBef>
        <a:spcAft>
          <a:spcPct val="0"/>
        </a:spcAft>
        <a:defRPr sz="2800">
          <a:solidFill>
            <a:srgbClr val="000066"/>
          </a:solidFill>
          <a:effectLst>
            <a:outerShdw blurRad="38100" dist="38100" dir="2700000" algn="tl">
              <a:srgbClr val="DDDDDD"/>
            </a:outerShdw>
          </a:effectLst>
          <a:latin typeface="Tahoma" charset="0"/>
          <a:ea typeface="ＭＳ Ｐゴシック" charset="0"/>
          <a:cs typeface="Tahoma" charset="0"/>
        </a:defRPr>
      </a:lvl3pPr>
      <a:lvl4pPr algn="l" defTabSz="762000" rtl="0" eaLnBrk="0" fontAlgn="base" hangingPunct="0">
        <a:spcBef>
          <a:spcPct val="0"/>
        </a:spcBef>
        <a:spcAft>
          <a:spcPct val="0"/>
        </a:spcAft>
        <a:defRPr sz="2800">
          <a:solidFill>
            <a:srgbClr val="000066"/>
          </a:solidFill>
          <a:effectLst>
            <a:outerShdw blurRad="38100" dist="38100" dir="2700000" algn="tl">
              <a:srgbClr val="DDDDDD"/>
            </a:outerShdw>
          </a:effectLst>
          <a:latin typeface="Tahoma" charset="0"/>
          <a:ea typeface="ＭＳ Ｐゴシック" charset="0"/>
          <a:cs typeface="Tahoma" charset="0"/>
        </a:defRPr>
      </a:lvl4pPr>
      <a:lvl5pPr algn="l" defTabSz="762000" rtl="0" eaLnBrk="0" fontAlgn="base" hangingPunct="0">
        <a:spcBef>
          <a:spcPct val="0"/>
        </a:spcBef>
        <a:spcAft>
          <a:spcPct val="0"/>
        </a:spcAft>
        <a:defRPr sz="2800">
          <a:solidFill>
            <a:srgbClr val="000066"/>
          </a:solidFill>
          <a:effectLst>
            <a:outerShdw blurRad="38100" dist="38100" dir="2700000" algn="tl">
              <a:srgbClr val="DDDDDD"/>
            </a:outerShdw>
          </a:effectLst>
          <a:latin typeface="Tahoma" charset="0"/>
          <a:ea typeface="ＭＳ Ｐゴシック" charset="0"/>
          <a:cs typeface="Tahoma" charset="0"/>
        </a:defRPr>
      </a:lvl5pPr>
      <a:lvl6pPr marL="457200" algn="l" defTabSz="762000" rtl="0" eaLnBrk="0" fontAlgn="base" hangingPunct="0">
        <a:spcBef>
          <a:spcPct val="0"/>
        </a:spcBef>
        <a:spcAft>
          <a:spcPct val="0"/>
        </a:spcAft>
        <a:defRPr sz="2800">
          <a:solidFill>
            <a:srgbClr val="000066"/>
          </a:solidFill>
          <a:effectLst>
            <a:outerShdw blurRad="38100" dist="38100" dir="2700000" algn="tl">
              <a:srgbClr val="DDDDDD"/>
            </a:outerShdw>
          </a:effectLst>
          <a:latin typeface="Tahoma" charset="0"/>
          <a:ea typeface="ＭＳ Ｐゴシック" charset="0"/>
          <a:cs typeface="Tahoma" charset="0"/>
        </a:defRPr>
      </a:lvl6pPr>
      <a:lvl7pPr marL="914400" algn="l" defTabSz="762000" rtl="0" eaLnBrk="0" fontAlgn="base" hangingPunct="0">
        <a:spcBef>
          <a:spcPct val="0"/>
        </a:spcBef>
        <a:spcAft>
          <a:spcPct val="0"/>
        </a:spcAft>
        <a:defRPr sz="2800">
          <a:solidFill>
            <a:srgbClr val="000066"/>
          </a:solidFill>
          <a:effectLst>
            <a:outerShdw blurRad="38100" dist="38100" dir="2700000" algn="tl">
              <a:srgbClr val="DDDDDD"/>
            </a:outerShdw>
          </a:effectLst>
          <a:latin typeface="Tahoma" charset="0"/>
          <a:ea typeface="ＭＳ Ｐゴシック" charset="0"/>
          <a:cs typeface="Tahoma" charset="0"/>
        </a:defRPr>
      </a:lvl7pPr>
      <a:lvl8pPr marL="1371600" algn="l" defTabSz="762000" rtl="0" eaLnBrk="0" fontAlgn="base" hangingPunct="0">
        <a:spcBef>
          <a:spcPct val="0"/>
        </a:spcBef>
        <a:spcAft>
          <a:spcPct val="0"/>
        </a:spcAft>
        <a:defRPr sz="2800">
          <a:solidFill>
            <a:srgbClr val="000066"/>
          </a:solidFill>
          <a:effectLst>
            <a:outerShdw blurRad="38100" dist="38100" dir="2700000" algn="tl">
              <a:srgbClr val="DDDDDD"/>
            </a:outerShdw>
          </a:effectLst>
          <a:latin typeface="Tahoma" charset="0"/>
          <a:ea typeface="ＭＳ Ｐゴシック" charset="0"/>
          <a:cs typeface="Tahoma" charset="0"/>
        </a:defRPr>
      </a:lvl8pPr>
      <a:lvl9pPr marL="1828800" algn="l" defTabSz="762000" rtl="0" eaLnBrk="0" fontAlgn="base" hangingPunct="0">
        <a:spcBef>
          <a:spcPct val="0"/>
        </a:spcBef>
        <a:spcAft>
          <a:spcPct val="0"/>
        </a:spcAft>
        <a:defRPr sz="2800">
          <a:solidFill>
            <a:srgbClr val="000066"/>
          </a:solidFill>
          <a:effectLst>
            <a:outerShdw blurRad="38100" dist="38100" dir="2700000" algn="tl">
              <a:srgbClr val="DDDDDD"/>
            </a:outerShdw>
          </a:effectLst>
          <a:latin typeface="Tahoma" charset="0"/>
          <a:ea typeface="ＭＳ Ｐゴシック" charset="0"/>
          <a:cs typeface="Tahoma" charset="0"/>
        </a:defRPr>
      </a:lvl9pPr>
    </p:titleStyle>
    <p:bodyStyle>
      <a:lvl1pPr marL="342900" indent="-342900" algn="l" defTabSz="762000" rtl="0" eaLnBrk="0" fontAlgn="base" hangingPunct="0">
        <a:spcBef>
          <a:spcPct val="30000"/>
        </a:spcBef>
        <a:spcAft>
          <a:spcPct val="0"/>
        </a:spcAft>
        <a:buClr>
          <a:srgbClr val="990033"/>
        </a:buClr>
        <a:buSzPct val="75000"/>
        <a:buFont typeface="Wingdings" charset="0"/>
        <a:buChar char="l"/>
        <a:defRPr sz="2200">
          <a:solidFill>
            <a:schemeClr val="tx1"/>
          </a:solidFill>
          <a:latin typeface="+mn-lt"/>
          <a:ea typeface="+mn-ea"/>
          <a:cs typeface="+mn-cs"/>
        </a:defRPr>
      </a:lvl1pPr>
      <a:lvl2pPr marL="742950" indent="-285750" algn="l" defTabSz="762000" rtl="0" eaLnBrk="0" fontAlgn="base" hangingPunct="0">
        <a:spcBef>
          <a:spcPct val="20000"/>
        </a:spcBef>
        <a:spcAft>
          <a:spcPct val="0"/>
        </a:spcAft>
        <a:buClr>
          <a:srgbClr val="006699"/>
        </a:buClr>
        <a:buSzPct val="65000"/>
        <a:buFont typeface="Wingdings" charset="0"/>
        <a:buChar char="n"/>
        <a:defRPr sz="2000">
          <a:solidFill>
            <a:schemeClr val="tx1"/>
          </a:solidFill>
          <a:latin typeface="+mn-lt"/>
          <a:ea typeface="Tahoma" charset="0"/>
          <a:cs typeface="+mn-cs"/>
        </a:defRPr>
      </a:lvl2pPr>
      <a:lvl3pPr marL="1143000" indent="-228600" algn="l" defTabSz="762000" rtl="0" eaLnBrk="0" fontAlgn="base" hangingPunct="0">
        <a:spcBef>
          <a:spcPct val="20000"/>
        </a:spcBef>
        <a:spcAft>
          <a:spcPct val="0"/>
        </a:spcAft>
        <a:buClr>
          <a:srgbClr val="FF0000"/>
        </a:buClr>
        <a:buSzPct val="60000"/>
        <a:buFont typeface="Monotype Sorts" charset="0"/>
        <a:buChar char="u"/>
        <a:defRPr>
          <a:solidFill>
            <a:schemeClr val="tx1"/>
          </a:solidFill>
          <a:latin typeface="+mn-lt"/>
          <a:ea typeface="Tahoma" charset="0"/>
          <a:cs typeface="+mn-cs"/>
        </a:defRPr>
      </a:lvl3pPr>
      <a:lvl4pPr marL="1600200" indent="-228600" algn="l" defTabSz="762000" rtl="0" eaLnBrk="0" fontAlgn="base" hangingPunct="0">
        <a:spcBef>
          <a:spcPct val="20000"/>
        </a:spcBef>
        <a:spcAft>
          <a:spcPct val="0"/>
        </a:spcAft>
        <a:buClr>
          <a:srgbClr val="660066"/>
        </a:buClr>
        <a:buSzPct val="60000"/>
        <a:buFont typeface="Monotype Sorts" charset="0"/>
        <a:buChar char="t"/>
        <a:defRPr sz="1600">
          <a:solidFill>
            <a:schemeClr val="tx1"/>
          </a:solidFill>
          <a:latin typeface="+mn-lt"/>
          <a:ea typeface="Tahoma" charset="0"/>
          <a:cs typeface="+mn-cs"/>
        </a:defRPr>
      </a:lvl4pPr>
      <a:lvl5pPr marL="2057400" indent="-228600" algn="l" defTabSz="762000" rtl="0" eaLnBrk="0" fontAlgn="base" hangingPunct="0">
        <a:spcBef>
          <a:spcPct val="20000"/>
        </a:spcBef>
        <a:spcAft>
          <a:spcPct val="0"/>
        </a:spcAft>
        <a:buClr>
          <a:srgbClr val="003399"/>
        </a:buClr>
        <a:buSzPct val="60000"/>
        <a:buChar char="–"/>
        <a:defRPr sz="1400">
          <a:solidFill>
            <a:schemeClr val="tx1"/>
          </a:solidFill>
          <a:latin typeface="+mn-lt"/>
          <a:ea typeface="Tahoma" charset="0"/>
          <a:cs typeface="+mn-cs"/>
        </a:defRPr>
      </a:lvl5pPr>
      <a:lvl6pPr marL="2514600" indent="-228600" algn="l" defTabSz="762000" rtl="0" eaLnBrk="0" fontAlgn="base" hangingPunct="0">
        <a:spcBef>
          <a:spcPct val="20000"/>
        </a:spcBef>
        <a:spcAft>
          <a:spcPct val="0"/>
        </a:spcAft>
        <a:buClr>
          <a:srgbClr val="003399"/>
        </a:buClr>
        <a:buSzPct val="60000"/>
        <a:buChar char="–"/>
        <a:defRPr sz="1400">
          <a:solidFill>
            <a:schemeClr val="tx1"/>
          </a:solidFill>
          <a:latin typeface="+mn-lt"/>
          <a:ea typeface="Tahoma" charset="0"/>
          <a:cs typeface="+mn-cs"/>
        </a:defRPr>
      </a:lvl6pPr>
      <a:lvl7pPr marL="2971800" indent="-228600" algn="l" defTabSz="762000" rtl="0" eaLnBrk="0" fontAlgn="base" hangingPunct="0">
        <a:spcBef>
          <a:spcPct val="20000"/>
        </a:spcBef>
        <a:spcAft>
          <a:spcPct val="0"/>
        </a:spcAft>
        <a:buClr>
          <a:srgbClr val="003399"/>
        </a:buClr>
        <a:buSzPct val="60000"/>
        <a:buChar char="–"/>
        <a:defRPr sz="1400">
          <a:solidFill>
            <a:schemeClr val="tx1"/>
          </a:solidFill>
          <a:latin typeface="+mn-lt"/>
          <a:ea typeface="Tahoma" charset="0"/>
          <a:cs typeface="+mn-cs"/>
        </a:defRPr>
      </a:lvl7pPr>
      <a:lvl8pPr marL="3429000" indent="-228600" algn="l" defTabSz="762000" rtl="0" eaLnBrk="0" fontAlgn="base" hangingPunct="0">
        <a:spcBef>
          <a:spcPct val="20000"/>
        </a:spcBef>
        <a:spcAft>
          <a:spcPct val="0"/>
        </a:spcAft>
        <a:buClr>
          <a:srgbClr val="003399"/>
        </a:buClr>
        <a:buSzPct val="60000"/>
        <a:buChar char="–"/>
        <a:defRPr sz="1400">
          <a:solidFill>
            <a:schemeClr val="tx1"/>
          </a:solidFill>
          <a:latin typeface="+mn-lt"/>
          <a:ea typeface="Tahoma" charset="0"/>
          <a:cs typeface="+mn-cs"/>
        </a:defRPr>
      </a:lvl8pPr>
      <a:lvl9pPr marL="3886200" indent="-228600" algn="l" defTabSz="762000" rtl="0" eaLnBrk="0" fontAlgn="base" hangingPunct="0">
        <a:spcBef>
          <a:spcPct val="20000"/>
        </a:spcBef>
        <a:spcAft>
          <a:spcPct val="0"/>
        </a:spcAft>
        <a:buClr>
          <a:srgbClr val="003399"/>
        </a:buClr>
        <a:buSzPct val="60000"/>
        <a:buChar char="–"/>
        <a:defRPr sz="1400">
          <a:solidFill>
            <a:schemeClr val="tx1"/>
          </a:solidFill>
          <a:latin typeface="+mn-lt"/>
          <a:ea typeface="Tahoma" charset="0"/>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modelingcommons.org/browse/one_model/1390#model_tabs_browse_nlw" TargetMode="External"/><Relationship Id="rId2" Type="http://schemas.openxmlformats.org/officeDocument/2006/relationships/hyperlink" Target="http://ccl.northwestern.edu/papers/wolfsheep.pdf" TargetMode="External"/><Relationship Id="rId1" Type="http://schemas.openxmlformats.org/officeDocument/2006/relationships/slideLayout" Target="../slideLayouts/slideLayout2.xml"/><Relationship Id="rId4" Type="http://schemas.openxmlformats.org/officeDocument/2006/relationships/hyperlink" Target="https://repast.github.io/download.html"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Rectangle 2"/>
          <p:cNvSpPr>
            <a:spLocks noGrp="1" noChangeArrowheads="1"/>
          </p:cNvSpPr>
          <p:nvPr>
            <p:ph type="ctrTitle"/>
          </p:nvPr>
        </p:nvSpPr>
        <p:spPr>
          <a:xfrm>
            <a:off x="685800" y="333375"/>
            <a:ext cx="7847013" cy="2016125"/>
          </a:xfrm>
        </p:spPr>
        <p:txBody>
          <a:bodyPr/>
          <a:lstStyle/>
          <a:p>
            <a:pPr algn="ctr"/>
            <a:r>
              <a:rPr lang="es-ES" sz="4000" b="1" dirty="0"/>
              <a:t>Ejemplo</a:t>
            </a:r>
            <a:endParaRPr lang="en-GB" sz="4000" b="1" dirty="0"/>
          </a:p>
        </p:txBody>
      </p:sp>
      <p:sp>
        <p:nvSpPr>
          <p:cNvPr id="520195" name="Rectangle 3"/>
          <p:cNvSpPr>
            <a:spLocks noGrp="1" noChangeArrowheads="1"/>
          </p:cNvSpPr>
          <p:nvPr>
            <p:ph type="subTitle" idx="1"/>
          </p:nvPr>
        </p:nvSpPr>
        <p:spPr>
          <a:xfrm>
            <a:off x="1317625" y="2909888"/>
            <a:ext cx="6369050" cy="1743075"/>
          </a:xfrm>
        </p:spPr>
        <p:txBody>
          <a:bodyPr/>
          <a:lstStyle/>
          <a:p>
            <a:r>
              <a:rPr lang="es-ES_tradnl" sz="2000" dirty="0"/>
              <a:t>Ulises Cortés, Luis Oliva Felipe</a:t>
            </a:r>
          </a:p>
          <a:p>
            <a:pPr>
              <a:lnSpc>
                <a:spcPct val="160000"/>
              </a:lnSpc>
            </a:pPr>
            <a:r>
              <a:rPr lang="es-ES" sz="1600" dirty="0"/>
              <a:t>{</a:t>
            </a:r>
            <a:r>
              <a:rPr lang="es-ES" sz="1600" dirty="0" err="1"/>
              <a:t>ia,loliva</a:t>
            </a:r>
            <a:r>
              <a:rPr lang="es-ES" sz="1600" dirty="0"/>
              <a:t>}@cs.upc.edu</a:t>
            </a:r>
          </a:p>
          <a:p>
            <a:pPr>
              <a:lnSpc>
                <a:spcPct val="160000"/>
              </a:lnSpc>
            </a:pPr>
            <a:r>
              <a:rPr lang="es-ES" sz="1600" dirty="0"/>
              <a:t>http://www.cs.upc.edu/~</a:t>
            </a:r>
            <a:r>
              <a:rPr lang="es-ES_tradnl" sz="1400" b="1" noProof="1"/>
              <a:t>{ia, loliva}</a:t>
            </a:r>
            <a:endParaRPr lang="es-ES" sz="1600" dirty="0"/>
          </a:p>
          <a:p>
            <a:pPr>
              <a:lnSpc>
                <a:spcPct val="160000"/>
              </a:lnSpc>
            </a:pPr>
            <a:r>
              <a:rPr lang="en-GB" sz="1600" dirty="0">
                <a:solidFill>
                  <a:srgbClr val="000000"/>
                </a:solidFill>
              </a:rPr>
              <a:t>SID2018</a:t>
            </a:r>
          </a:p>
          <a:p>
            <a:pPr>
              <a:lnSpc>
                <a:spcPct val="160000"/>
              </a:lnSpc>
            </a:pPr>
            <a:r>
              <a:rPr lang="es-ES" dirty="0"/>
              <a:t>https://</a:t>
            </a:r>
            <a:r>
              <a:rPr lang="es-ES" dirty="0" err="1"/>
              <a:t>goo.gl</a:t>
            </a:r>
            <a:r>
              <a:rPr lang="es-ES" dirty="0"/>
              <a:t>/</a:t>
            </a:r>
            <a:r>
              <a:rPr lang="es-ES"/>
              <a:t>FLXSrd</a:t>
            </a:r>
            <a:endParaRPr lang="en-GB" sz="1600" dirty="0">
              <a:solidFill>
                <a:srgbClr val="000000"/>
              </a:solidFill>
            </a:endParaRPr>
          </a:p>
          <a:p>
            <a:pPr>
              <a:lnSpc>
                <a:spcPct val="160000"/>
              </a:lnSpc>
            </a:pPr>
            <a:endParaRPr lang="es-ES_tradnl" sz="1600" dirty="0"/>
          </a:p>
        </p:txBody>
      </p:sp>
      <p:sp>
        <p:nvSpPr>
          <p:cNvPr id="520196" name="Rectangle 4"/>
          <p:cNvSpPr>
            <a:spLocks noChangeArrowheads="1"/>
          </p:cNvSpPr>
          <p:nvPr/>
        </p:nvSpPr>
        <p:spPr bwMode="auto">
          <a:xfrm>
            <a:off x="0" y="2133600"/>
            <a:ext cx="7848600" cy="168275"/>
          </a:xfrm>
          <a:prstGeom prst="rect">
            <a:avLst/>
          </a:prstGeom>
          <a:solidFill>
            <a:srgbClr val="CECECE">
              <a:alpha val="50000"/>
            </a:srgbClr>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s-ES"/>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EFBD3-3036-5B4E-B593-31474098104A}"/>
              </a:ext>
            </a:extLst>
          </p:cNvPr>
          <p:cNvSpPr>
            <a:spLocks noGrp="1"/>
          </p:cNvSpPr>
          <p:nvPr>
            <p:ph type="title"/>
          </p:nvPr>
        </p:nvSpPr>
        <p:spPr/>
        <p:txBody>
          <a:bodyPr/>
          <a:lstStyle/>
          <a:p>
            <a:r>
              <a:rPr lang="es-ES" dirty="0"/>
              <a:t>Especificación del sistema</a:t>
            </a:r>
          </a:p>
        </p:txBody>
      </p:sp>
      <p:pic>
        <p:nvPicPr>
          <p:cNvPr id="6" name="Content Placeholder 5">
            <a:extLst>
              <a:ext uri="{FF2B5EF4-FFF2-40B4-BE49-F238E27FC236}">
                <a16:creationId xmlns:a16="http://schemas.microsoft.com/office/drawing/2014/main" id="{3890D581-50CD-6D48-9CEC-83802CB6EAEE}"/>
              </a:ext>
            </a:extLst>
          </p:cNvPr>
          <p:cNvPicPr>
            <a:picLocks noGrp="1" noChangeAspect="1"/>
          </p:cNvPicPr>
          <p:nvPr>
            <p:ph idx="1"/>
          </p:nvPr>
        </p:nvPicPr>
        <p:blipFill>
          <a:blip r:embed="rId3"/>
          <a:stretch>
            <a:fillRect/>
          </a:stretch>
        </p:blipFill>
        <p:spPr>
          <a:xfrm>
            <a:off x="914400" y="1938518"/>
            <a:ext cx="7620000" cy="4352563"/>
          </a:xfrm>
        </p:spPr>
      </p:pic>
      <p:sp>
        <p:nvSpPr>
          <p:cNvPr id="4" name="Slide Number Placeholder 3">
            <a:extLst>
              <a:ext uri="{FF2B5EF4-FFF2-40B4-BE49-F238E27FC236}">
                <a16:creationId xmlns:a16="http://schemas.microsoft.com/office/drawing/2014/main" id="{A250A0EA-AAF0-0843-A74F-22DC220C3A30}"/>
              </a:ext>
            </a:extLst>
          </p:cNvPr>
          <p:cNvSpPr>
            <a:spLocks noGrp="1"/>
          </p:cNvSpPr>
          <p:nvPr>
            <p:ph type="sldNum" sz="quarter" idx="11"/>
          </p:nvPr>
        </p:nvSpPr>
        <p:spPr/>
        <p:txBody>
          <a:bodyPr/>
          <a:lstStyle/>
          <a:p>
            <a:fld id="{39A92189-4A1C-DB4D-A308-1760EA4C79C7}" type="slidenum">
              <a:rPr lang="en-GB" smtClean="0"/>
              <a:pPr/>
              <a:t>2</a:t>
            </a:fld>
            <a:endParaRPr lang="en-GB"/>
          </a:p>
        </p:txBody>
      </p:sp>
    </p:spTree>
    <p:extLst>
      <p:ext uri="{BB962C8B-B14F-4D97-AF65-F5344CB8AC3E}">
        <p14:creationId xmlns:p14="http://schemas.microsoft.com/office/powerpoint/2010/main" val="84017366"/>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E577C-4472-D44C-A595-9EAA68093E16}"/>
              </a:ext>
            </a:extLst>
          </p:cNvPr>
          <p:cNvSpPr>
            <a:spLocks noGrp="1"/>
          </p:cNvSpPr>
          <p:nvPr>
            <p:ph type="title"/>
          </p:nvPr>
        </p:nvSpPr>
        <p:spPr/>
        <p:txBody>
          <a:bodyPr/>
          <a:lstStyle/>
          <a:p>
            <a:r>
              <a:rPr lang="es-ES" dirty="0"/>
              <a:t>Descripción inicial del sistema</a:t>
            </a:r>
          </a:p>
        </p:txBody>
      </p:sp>
      <p:sp>
        <p:nvSpPr>
          <p:cNvPr id="3" name="Content Placeholder 2">
            <a:extLst>
              <a:ext uri="{FF2B5EF4-FFF2-40B4-BE49-F238E27FC236}">
                <a16:creationId xmlns:a16="http://schemas.microsoft.com/office/drawing/2014/main" id="{7653D9DB-E0AB-834B-B6F6-4AA0E73F7596}"/>
              </a:ext>
            </a:extLst>
          </p:cNvPr>
          <p:cNvSpPr>
            <a:spLocks noGrp="1"/>
          </p:cNvSpPr>
          <p:nvPr>
            <p:ph idx="1"/>
          </p:nvPr>
        </p:nvSpPr>
        <p:spPr>
          <a:xfrm>
            <a:off x="914400" y="1828800"/>
            <a:ext cx="7834064" cy="4572000"/>
          </a:xfrm>
        </p:spPr>
        <p:txBody>
          <a:bodyPr/>
          <a:lstStyle/>
          <a:p>
            <a:r>
              <a:rPr lang="es-ES" dirty="0"/>
              <a:t>Un sistema compuesto por un tipo de depredador (lobo) y un tipo de presa (oveja)</a:t>
            </a:r>
          </a:p>
          <a:p>
            <a:r>
              <a:rPr lang="es-ES" dirty="0"/>
              <a:t>El entorno donde se encuentran es una pradera compuesta mayormente de hierba</a:t>
            </a:r>
          </a:p>
          <a:p>
            <a:r>
              <a:rPr lang="es-ES" dirty="0"/>
              <a:t>Las ovejas necesitan comer hierba para sustentarse mientras que los lobos comen a esas ovejas</a:t>
            </a:r>
          </a:p>
          <a:p>
            <a:pPr lvl="1"/>
            <a:r>
              <a:rPr lang="es-ES" dirty="0"/>
              <a:t>Moverse les supone gastar energía que recuperan comiendo</a:t>
            </a:r>
          </a:p>
          <a:p>
            <a:r>
              <a:rPr lang="es-ES" dirty="0"/>
              <a:t>La hierba tiene una tasa de regeneración, así como las ovejas y lobos tienen una tasa de reproducción</a:t>
            </a:r>
          </a:p>
        </p:txBody>
      </p:sp>
      <p:sp>
        <p:nvSpPr>
          <p:cNvPr id="4" name="Slide Number Placeholder 3">
            <a:extLst>
              <a:ext uri="{FF2B5EF4-FFF2-40B4-BE49-F238E27FC236}">
                <a16:creationId xmlns:a16="http://schemas.microsoft.com/office/drawing/2014/main" id="{4947F349-CBA5-0D40-BD06-9F0FBA762EE3}"/>
              </a:ext>
            </a:extLst>
          </p:cNvPr>
          <p:cNvSpPr>
            <a:spLocks noGrp="1"/>
          </p:cNvSpPr>
          <p:nvPr>
            <p:ph type="sldNum" sz="quarter" idx="11"/>
          </p:nvPr>
        </p:nvSpPr>
        <p:spPr/>
        <p:txBody>
          <a:bodyPr/>
          <a:lstStyle/>
          <a:p>
            <a:fld id="{39A92189-4A1C-DB4D-A308-1760EA4C79C7}" type="slidenum">
              <a:rPr lang="en-GB" smtClean="0"/>
              <a:pPr/>
              <a:t>3</a:t>
            </a:fld>
            <a:endParaRPr lang="en-GB"/>
          </a:p>
        </p:txBody>
      </p:sp>
    </p:spTree>
    <p:extLst>
      <p:ext uri="{BB962C8B-B14F-4D97-AF65-F5344CB8AC3E}">
        <p14:creationId xmlns:p14="http://schemas.microsoft.com/office/powerpoint/2010/main" val="3364933462"/>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27185-3C5B-E14B-BD33-F0D4DEA7EA0B}"/>
              </a:ext>
            </a:extLst>
          </p:cNvPr>
          <p:cNvSpPr>
            <a:spLocks noGrp="1"/>
          </p:cNvSpPr>
          <p:nvPr>
            <p:ph type="title"/>
          </p:nvPr>
        </p:nvSpPr>
        <p:spPr/>
        <p:txBody>
          <a:bodyPr/>
          <a:lstStyle/>
          <a:p>
            <a:r>
              <a:rPr lang="es-ES" dirty="0"/>
              <a:t>Actores</a:t>
            </a:r>
          </a:p>
        </p:txBody>
      </p:sp>
      <p:sp>
        <p:nvSpPr>
          <p:cNvPr id="3" name="Content Placeholder 2">
            <a:extLst>
              <a:ext uri="{FF2B5EF4-FFF2-40B4-BE49-F238E27FC236}">
                <a16:creationId xmlns:a16="http://schemas.microsoft.com/office/drawing/2014/main" id="{04B7DB6B-0EF4-4949-9A5B-9ACE574F281F}"/>
              </a:ext>
            </a:extLst>
          </p:cNvPr>
          <p:cNvSpPr>
            <a:spLocks noGrp="1"/>
          </p:cNvSpPr>
          <p:nvPr>
            <p:ph idx="1"/>
          </p:nvPr>
        </p:nvSpPr>
        <p:spPr/>
        <p:txBody>
          <a:bodyPr/>
          <a:lstStyle/>
          <a:p>
            <a:r>
              <a:rPr lang="es-ES" dirty="0"/>
              <a:t>El lobo y la oveja</a:t>
            </a:r>
          </a:p>
          <a:p>
            <a:endParaRPr lang="es-ES" dirty="0"/>
          </a:p>
          <a:p>
            <a:endParaRPr lang="es-ES" dirty="0"/>
          </a:p>
          <a:p>
            <a:endParaRPr lang="es-ES" dirty="0"/>
          </a:p>
          <a:p>
            <a:endParaRPr lang="es-ES" dirty="0"/>
          </a:p>
          <a:p>
            <a:endParaRPr lang="es-ES" dirty="0"/>
          </a:p>
          <a:p>
            <a:endParaRPr lang="es-ES" dirty="0"/>
          </a:p>
          <a:p>
            <a:pPr marL="0" indent="0">
              <a:buNone/>
            </a:pPr>
            <a:endParaRPr lang="es-ES" dirty="0"/>
          </a:p>
        </p:txBody>
      </p:sp>
      <p:sp>
        <p:nvSpPr>
          <p:cNvPr id="4" name="Slide Number Placeholder 3">
            <a:extLst>
              <a:ext uri="{FF2B5EF4-FFF2-40B4-BE49-F238E27FC236}">
                <a16:creationId xmlns:a16="http://schemas.microsoft.com/office/drawing/2014/main" id="{31790C7C-906B-2149-A6F2-D7EACDC3BC85}"/>
              </a:ext>
            </a:extLst>
          </p:cNvPr>
          <p:cNvSpPr>
            <a:spLocks noGrp="1"/>
          </p:cNvSpPr>
          <p:nvPr>
            <p:ph type="sldNum" sz="quarter" idx="11"/>
          </p:nvPr>
        </p:nvSpPr>
        <p:spPr/>
        <p:txBody>
          <a:bodyPr/>
          <a:lstStyle/>
          <a:p>
            <a:fld id="{39A92189-4A1C-DB4D-A308-1760EA4C79C7}" type="slidenum">
              <a:rPr lang="en-GB" smtClean="0"/>
              <a:pPr/>
              <a:t>4</a:t>
            </a:fld>
            <a:endParaRPr lang="en-GB"/>
          </a:p>
        </p:txBody>
      </p:sp>
      <p:pic>
        <p:nvPicPr>
          <p:cNvPr id="6" name="Picture 5">
            <a:extLst>
              <a:ext uri="{FF2B5EF4-FFF2-40B4-BE49-F238E27FC236}">
                <a16:creationId xmlns:a16="http://schemas.microsoft.com/office/drawing/2014/main" id="{2B88499A-47FA-BC47-9414-8ECDDEBB82D4}"/>
              </a:ext>
            </a:extLst>
          </p:cNvPr>
          <p:cNvPicPr>
            <a:picLocks noChangeAspect="1"/>
          </p:cNvPicPr>
          <p:nvPr/>
        </p:nvPicPr>
        <p:blipFill>
          <a:blip r:embed="rId2"/>
          <a:stretch>
            <a:fillRect/>
          </a:stretch>
        </p:blipFill>
        <p:spPr>
          <a:xfrm>
            <a:off x="2381250" y="2393950"/>
            <a:ext cx="4381500" cy="2070100"/>
          </a:xfrm>
          <a:prstGeom prst="rect">
            <a:avLst/>
          </a:prstGeom>
        </p:spPr>
      </p:pic>
    </p:spTree>
    <p:extLst>
      <p:ext uri="{BB962C8B-B14F-4D97-AF65-F5344CB8AC3E}">
        <p14:creationId xmlns:p14="http://schemas.microsoft.com/office/powerpoint/2010/main" val="399995645"/>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8F8EE-248D-5144-B3AE-2C32DD4EC3D6}"/>
              </a:ext>
            </a:extLst>
          </p:cNvPr>
          <p:cNvSpPr>
            <a:spLocks noGrp="1"/>
          </p:cNvSpPr>
          <p:nvPr>
            <p:ph type="title"/>
          </p:nvPr>
        </p:nvSpPr>
        <p:spPr/>
        <p:txBody>
          <a:bodyPr/>
          <a:lstStyle/>
          <a:p>
            <a:r>
              <a:rPr lang="es-ES" dirty="0"/>
              <a:t>Escenarios</a:t>
            </a:r>
          </a:p>
        </p:txBody>
      </p:sp>
      <p:pic>
        <p:nvPicPr>
          <p:cNvPr id="7" name="Content Placeholder 6">
            <a:extLst>
              <a:ext uri="{FF2B5EF4-FFF2-40B4-BE49-F238E27FC236}">
                <a16:creationId xmlns:a16="http://schemas.microsoft.com/office/drawing/2014/main" id="{52472C48-AC25-C542-B627-F5608576D56F}"/>
              </a:ext>
            </a:extLst>
          </p:cNvPr>
          <p:cNvPicPr>
            <a:picLocks noGrp="1" noChangeAspect="1"/>
          </p:cNvPicPr>
          <p:nvPr>
            <p:ph idx="1"/>
          </p:nvPr>
        </p:nvPicPr>
        <p:blipFill>
          <a:blip r:embed="rId2"/>
          <a:stretch>
            <a:fillRect/>
          </a:stretch>
        </p:blipFill>
        <p:spPr>
          <a:xfrm>
            <a:off x="1276350" y="2940050"/>
            <a:ext cx="6896100" cy="2349500"/>
          </a:xfrm>
        </p:spPr>
      </p:pic>
      <p:sp>
        <p:nvSpPr>
          <p:cNvPr id="4" name="Slide Number Placeholder 3">
            <a:extLst>
              <a:ext uri="{FF2B5EF4-FFF2-40B4-BE49-F238E27FC236}">
                <a16:creationId xmlns:a16="http://schemas.microsoft.com/office/drawing/2014/main" id="{7EC566B5-740E-4F46-964A-332B2A77F275}"/>
              </a:ext>
            </a:extLst>
          </p:cNvPr>
          <p:cNvSpPr>
            <a:spLocks noGrp="1"/>
          </p:cNvSpPr>
          <p:nvPr>
            <p:ph type="sldNum" sz="quarter" idx="11"/>
          </p:nvPr>
        </p:nvSpPr>
        <p:spPr/>
        <p:txBody>
          <a:bodyPr/>
          <a:lstStyle/>
          <a:p>
            <a:fld id="{39A92189-4A1C-DB4D-A308-1760EA4C79C7}" type="slidenum">
              <a:rPr lang="en-GB" smtClean="0"/>
              <a:pPr/>
              <a:t>5</a:t>
            </a:fld>
            <a:endParaRPr lang="en-GB"/>
          </a:p>
        </p:txBody>
      </p:sp>
    </p:spTree>
    <p:extLst>
      <p:ext uri="{BB962C8B-B14F-4D97-AF65-F5344CB8AC3E}">
        <p14:creationId xmlns:p14="http://schemas.microsoft.com/office/powerpoint/2010/main" val="2308000483"/>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C0102-A1B0-E04C-86A6-1EBC9FFDE465}"/>
              </a:ext>
            </a:extLst>
          </p:cNvPr>
          <p:cNvSpPr>
            <a:spLocks noGrp="1"/>
          </p:cNvSpPr>
          <p:nvPr>
            <p:ph type="title"/>
          </p:nvPr>
        </p:nvSpPr>
        <p:spPr/>
        <p:txBody>
          <a:bodyPr/>
          <a:lstStyle/>
          <a:p>
            <a:r>
              <a:rPr lang="es-ES" dirty="0" err="1"/>
              <a:t>Goals</a:t>
            </a:r>
            <a:endParaRPr lang="es-ES" dirty="0"/>
          </a:p>
        </p:txBody>
      </p:sp>
      <p:sp>
        <p:nvSpPr>
          <p:cNvPr id="3" name="Content Placeholder 2">
            <a:extLst>
              <a:ext uri="{FF2B5EF4-FFF2-40B4-BE49-F238E27FC236}">
                <a16:creationId xmlns:a16="http://schemas.microsoft.com/office/drawing/2014/main" id="{20DB6A47-CDAE-4846-9F51-B6CE4B9E5034}"/>
              </a:ext>
            </a:extLst>
          </p:cNvPr>
          <p:cNvSpPr>
            <a:spLocks noGrp="1"/>
          </p:cNvSpPr>
          <p:nvPr>
            <p:ph idx="1"/>
          </p:nvPr>
        </p:nvSpPr>
        <p:spPr/>
        <p:txBody>
          <a:bodyPr/>
          <a:lstStyle/>
          <a:p>
            <a:r>
              <a:rPr lang="es-ES" dirty="0"/>
              <a:t>Un animal en nuestro modelo se mueve, come si puede y se reproduce con una cierta probabilidad</a:t>
            </a:r>
          </a:p>
        </p:txBody>
      </p:sp>
      <p:sp>
        <p:nvSpPr>
          <p:cNvPr id="4" name="Slide Number Placeholder 3">
            <a:extLst>
              <a:ext uri="{FF2B5EF4-FFF2-40B4-BE49-F238E27FC236}">
                <a16:creationId xmlns:a16="http://schemas.microsoft.com/office/drawing/2014/main" id="{233B011D-2440-4C4C-AAEC-F8CCA83C7A2D}"/>
              </a:ext>
            </a:extLst>
          </p:cNvPr>
          <p:cNvSpPr>
            <a:spLocks noGrp="1"/>
          </p:cNvSpPr>
          <p:nvPr>
            <p:ph type="sldNum" sz="quarter" idx="11"/>
          </p:nvPr>
        </p:nvSpPr>
        <p:spPr/>
        <p:txBody>
          <a:bodyPr/>
          <a:lstStyle/>
          <a:p>
            <a:fld id="{39A92189-4A1C-DB4D-A308-1760EA4C79C7}" type="slidenum">
              <a:rPr lang="en-GB" smtClean="0"/>
              <a:pPr/>
              <a:t>6</a:t>
            </a:fld>
            <a:endParaRPr lang="en-GB"/>
          </a:p>
        </p:txBody>
      </p:sp>
      <p:pic>
        <p:nvPicPr>
          <p:cNvPr id="6" name="Picture 5">
            <a:extLst>
              <a:ext uri="{FF2B5EF4-FFF2-40B4-BE49-F238E27FC236}">
                <a16:creationId xmlns:a16="http://schemas.microsoft.com/office/drawing/2014/main" id="{EA9CA080-FA22-3D45-8CC1-D849EFA41BB3}"/>
              </a:ext>
            </a:extLst>
          </p:cNvPr>
          <p:cNvPicPr>
            <a:picLocks noChangeAspect="1"/>
          </p:cNvPicPr>
          <p:nvPr/>
        </p:nvPicPr>
        <p:blipFill>
          <a:blip r:embed="rId2"/>
          <a:stretch>
            <a:fillRect/>
          </a:stretch>
        </p:blipFill>
        <p:spPr>
          <a:xfrm>
            <a:off x="866872" y="2636912"/>
            <a:ext cx="7954965" cy="3763888"/>
          </a:xfrm>
          <a:prstGeom prst="rect">
            <a:avLst/>
          </a:prstGeom>
        </p:spPr>
      </p:pic>
    </p:spTree>
    <p:extLst>
      <p:ext uri="{BB962C8B-B14F-4D97-AF65-F5344CB8AC3E}">
        <p14:creationId xmlns:p14="http://schemas.microsoft.com/office/powerpoint/2010/main" val="2686063039"/>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7A6FB-3444-514A-8BFB-FBD202B7DAD5}"/>
              </a:ext>
            </a:extLst>
          </p:cNvPr>
          <p:cNvSpPr>
            <a:spLocks noGrp="1"/>
          </p:cNvSpPr>
          <p:nvPr>
            <p:ph type="title"/>
          </p:nvPr>
        </p:nvSpPr>
        <p:spPr/>
        <p:txBody>
          <a:bodyPr/>
          <a:lstStyle/>
          <a:p>
            <a:r>
              <a:rPr lang="es-ES" dirty="0"/>
              <a:t>Iteramos sobres escenarios</a:t>
            </a:r>
          </a:p>
        </p:txBody>
      </p:sp>
      <p:sp>
        <p:nvSpPr>
          <p:cNvPr id="3" name="Content Placeholder 2">
            <a:extLst>
              <a:ext uri="{FF2B5EF4-FFF2-40B4-BE49-F238E27FC236}">
                <a16:creationId xmlns:a16="http://schemas.microsoft.com/office/drawing/2014/main" id="{A2FE894C-B1D6-8644-8BFD-EB2232DCBCAD}"/>
              </a:ext>
            </a:extLst>
          </p:cNvPr>
          <p:cNvSpPr>
            <a:spLocks noGrp="1"/>
          </p:cNvSpPr>
          <p:nvPr>
            <p:ph idx="1"/>
          </p:nvPr>
        </p:nvSpPr>
        <p:spPr/>
        <p:txBody>
          <a:bodyPr/>
          <a:lstStyle/>
          <a:p>
            <a:r>
              <a:rPr lang="es-ES" dirty="0"/>
              <a:t>Para hacerlos más interesantes podríamos añadir escenarios para escenas más complejas. En nuestro caso es difícil porque es bastante sencillo de por si</a:t>
            </a:r>
          </a:p>
          <a:p>
            <a:endParaRPr lang="es-ES" dirty="0"/>
          </a:p>
          <a:p>
            <a:r>
              <a:rPr lang="es-ES" dirty="0"/>
              <a:t>Iríamos iterando sobre los escenarios y los </a:t>
            </a:r>
            <a:r>
              <a:rPr lang="es-ES" dirty="0" err="1"/>
              <a:t>goals</a:t>
            </a:r>
            <a:r>
              <a:rPr lang="es-ES" dirty="0"/>
              <a:t> si lo vemos necesario para ir refinando</a:t>
            </a:r>
          </a:p>
        </p:txBody>
      </p:sp>
      <p:sp>
        <p:nvSpPr>
          <p:cNvPr id="4" name="Slide Number Placeholder 3">
            <a:extLst>
              <a:ext uri="{FF2B5EF4-FFF2-40B4-BE49-F238E27FC236}">
                <a16:creationId xmlns:a16="http://schemas.microsoft.com/office/drawing/2014/main" id="{9E4C99C9-3AE8-DD47-96E2-4A5B0631366F}"/>
              </a:ext>
            </a:extLst>
          </p:cNvPr>
          <p:cNvSpPr>
            <a:spLocks noGrp="1"/>
          </p:cNvSpPr>
          <p:nvPr>
            <p:ph type="sldNum" sz="quarter" idx="11"/>
          </p:nvPr>
        </p:nvSpPr>
        <p:spPr/>
        <p:txBody>
          <a:bodyPr/>
          <a:lstStyle/>
          <a:p>
            <a:fld id="{39A92189-4A1C-DB4D-A308-1760EA4C79C7}" type="slidenum">
              <a:rPr lang="en-GB" smtClean="0"/>
              <a:pPr/>
              <a:t>7</a:t>
            </a:fld>
            <a:endParaRPr lang="en-GB"/>
          </a:p>
        </p:txBody>
      </p:sp>
    </p:spTree>
    <p:extLst>
      <p:ext uri="{BB962C8B-B14F-4D97-AF65-F5344CB8AC3E}">
        <p14:creationId xmlns:p14="http://schemas.microsoft.com/office/powerpoint/2010/main" val="2234922884"/>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139D8-C7A2-8D45-8D32-CC3EBC647FD9}"/>
              </a:ext>
            </a:extLst>
          </p:cNvPr>
          <p:cNvSpPr>
            <a:spLocks noGrp="1"/>
          </p:cNvSpPr>
          <p:nvPr>
            <p:ph type="title"/>
          </p:nvPr>
        </p:nvSpPr>
        <p:spPr/>
        <p:txBody>
          <a:bodyPr/>
          <a:lstStyle/>
          <a:p>
            <a:r>
              <a:rPr lang="es-ES" dirty="0" err="1"/>
              <a:t>Analysis</a:t>
            </a:r>
            <a:r>
              <a:rPr lang="es-ES" dirty="0"/>
              <a:t> </a:t>
            </a:r>
            <a:r>
              <a:rPr lang="es-ES" dirty="0" err="1"/>
              <a:t>overview</a:t>
            </a:r>
            <a:r>
              <a:rPr lang="es-ES" dirty="0"/>
              <a:t> enriquecido</a:t>
            </a:r>
          </a:p>
        </p:txBody>
      </p:sp>
      <p:pic>
        <p:nvPicPr>
          <p:cNvPr id="6" name="Content Placeholder 5">
            <a:extLst>
              <a:ext uri="{FF2B5EF4-FFF2-40B4-BE49-F238E27FC236}">
                <a16:creationId xmlns:a16="http://schemas.microsoft.com/office/drawing/2014/main" id="{A1D24F5A-0EA6-FA41-89E8-18AB9908B55A}"/>
              </a:ext>
            </a:extLst>
          </p:cNvPr>
          <p:cNvPicPr>
            <a:picLocks noGrp="1" noChangeAspect="1"/>
          </p:cNvPicPr>
          <p:nvPr>
            <p:ph idx="1"/>
          </p:nvPr>
        </p:nvPicPr>
        <p:blipFill>
          <a:blip r:embed="rId3"/>
          <a:stretch>
            <a:fillRect/>
          </a:stretch>
        </p:blipFill>
        <p:spPr>
          <a:xfrm>
            <a:off x="914400" y="2295525"/>
            <a:ext cx="7620000" cy="3638550"/>
          </a:xfrm>
        </p:spPr>
      </p:pic>
      <p:sp>
        <p:nvSpPr>
          <p:cNvPr id="4" name="Slide Number Placeholder 3">
            <a:extLst>
              <a:ext uri="{FF2B5EF4-FFF2-40B4-BE49-F238E27FC236}">
                <a16:creationId xmlns:a16="http://schemas.microsoft.com/office/drawing/2014/main" id="{5BAF3A0F-37EF-DA40-9EF1-1332C19505A7}"/>
              </a:ext>
            </a:extLst>
          </p:cNvPr>
          <p:cNvSpPr>
            <a:spLocks noGrp="1"/>
          </p:cNvSpPr>
          <p:nvPr>
            <p:ph type="sldNum" sz="quarter" idx="11"/>
          </p:nvPr>
        </p:nvSpPr>
        <p:spPr/>
        <p:txBody>
          <a:bodyPr/>
          <a:lstStyle/>
          <a:p>
            <a:fld id="{39A92189-4A1C-DB4D-A308-1760EA4C79C7}" type="slidenum">
              <a:rPr lang="en-GB" smtClean="0"/>
              <a:pPr/>
              <a:t>8</a:t>
            </a:fld>
            <a:endParaRPr lang="en-GB"/>
          </a:p>
        </p:txBody>
      </p:sp>
    </p:spTree>
    <p:extLst>
      <p:ext uri="{BB962C8B-B14F-4D97-AF65-F5344CB8AC3E}">
        <p14:creationId xmlns:p14="http://schemas.microsoft.com/office/powerpoint/2010/main" val="1548820459"/>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885CD-7E99-774A-81E4-13EEAA7941B4}"/>
              </a:ext>
            </a:extLst>
          </p:cNvPr>
          <p:cNvSpPr>
            <a:spLocks noGrp="1"/>
          </p:cNvSpPr>
          <p:nvPr>
            <p:ph type="title"/>
          </p:nvPr>
        </p:nvSpPr>
        <p:spPr/>
        <p:txBody>
          <a:bodyPr/>
          <a:lstStyle/>
          <a:p>
            <a:r>
              <a:rPr lang="es-ES" dirty="0"/>
              <a:t>Roles</a:t>
            </a:r>
          </a:p>
        </p:txBody>
      </p:sp>
      <p:pic>
        <p:nvPicPr>
          <p:cNvPr id="6" name="Content Placeholder 5">
            <a:extLst>
              <a:ext uri="{FF2B5EF4-FFF2-40B4-BE49-F238E27FC236}">
                <a16:creationId xmlns:a16="http://schemas.microsoft.com/office/drawing/2014/main" id="{F367D033-6626-7249-A1A4-5290478C7421}"/>
              </a:ext>
            </a:extLst>
          </p:cNvPr>
          <p:cNvPicPr>
            <a:picLocks noGrp="1" noChangeAspect="1"/>
          </p:cNvPicPr>
          <p:nvPr>
            <p:ph idx="1"/>
          </p:nvPr>
        </p:nvPicPr>
        <p:blipFill>
          <a:blip r:embed="rId2"/>
          <a:stretch>
            <a:fillRect/>
          </a:stretch>
        </p:blipFill>
        <p:spPr>
          <a:xfrm>
            <a:off x="914399" y="2010425"/>
            <a:ext cx="8157063" cy="4010863"/>
          </a:xfrm>
        </p:spPr>
      </p:pic>
      <p:sp>
        <p:nvSpPr>
          <p:cNvPr id="4" name="Slide Number Placeholder 3">
            <a:extLst>
              <a:ext uri="{FF2B5EF4-FFF2-40B4-BE49-F238E27FC236}">
                <a16:creationId xmlns:a16="http://schemas.microsoft.com/office/drawing/2014/main" id="{4568DFD5-9C30-6543-80DB-5A47EDEAA146}"/>
              </a:ext>
            </a:extLst>
          </p:cNvPr>
          <p:cNvSpPr>
            <a:spLocks noGrp="1"/>
          </p:cNvSpPr>
          <p:nvPr>
            <p:ph type="sldNum" sz="quarter" idx="11"/>
          </p:nvPr>
        </p:nvSpPr>
        <p:spPr/>
        <p:txBody>
          <a:bodyPr/>
          <a:lstStyle/>
          <a:p>
            <a:fld id="{39A92189-4A1C-DB4D-A308-1760EA4C79C7}" type="slidenum">
              <a:rPr lang="en-GB" smtClean="0"/>
              <a:pPr/>
              <a:t>9</a:t>
            </a:fld>
            <a:endParaRPr lang="en-GB"/>
          </a:p>
        </p:txBody>
      </p:sp>
    </p:spTree>
    <p:extLst>
      <p:ext uri="{BB962C8B-B14F-4D97-AF65-F5344CB8AC3E}">
        <p14:creationId xmlns:p14="http://schemas.microsoft.com/office/powerpoint/2010/main" val="2965834731"/>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CAE50-F2C8-6443-87FB-10F478EE3687}"/>
              </a:ext>
            </a:extLst>
          </p:cNvPr>
          <p:cNvSpPr>
            <a:spLocks noGrp="1"/>
          </p:cNvSpPr>
          <p:nvPr>
            <p:ph type="title"/>
          </p:nvPr>
        </p:nvSpPr>
        <p:spPr/>
        <p:txBody>
          <a:bodyPr/>
          <a:lstStyle/>
          <a:p>
            <a:r>
              <a:rPr lang="es-ES" dirty="0"/>
              <a:t>Tabla resumen</a:t>
            </a:r>
          </a:p>
        </p:txBody>
      </p:sp>
      <p:graphicFrame>
        <p:nvGraphicFramePr>
          <p:cNvPr id="5" name="Content Placeholder 4">
            <a:extLst>
              <a:ext uri="{FF2B5EF4-FFF2-40B4-BE49-F238E27FC236}">
                <a16:creationId xmlns:a16="http://schemas.microsoft.com/office/drawing/2014/main" id="{0E5F9D7E-3E03-CF44-B80B-0846F1EF84C8}"/>
              </a:ext>
            </a:extLst>
          </p:cNvPr>
          <p:cNvGraphicFramePr>
            <a:graphicFrameLocks noGrp="1"/>
          </p:cNvGraphicFramePr>
          <p:nvPr>
            <p:ph idx="1"/>
            <p:extLst>
              <p:ext uri="{D42A27DB-BD31-4B8C-83A1-F6EECF244321}">
                <p14:modId xmlns:p14="http://schemas.microsoft.com/office/powerpoint/2010/main" val="799360854"/>
              </p:ext>
            </p:extLst>
          </p:nvPr>
        </p:nvGraphicFramePr>
        <p:xfrm>
          <a:off x="625792" y="1916832"/>
          <a:ext cx="8121016" cy="2607176"/>
        </p:xfrm>
        <a:graphic>
          <a:graphicData uri="http://schemas.openxmlformats.org/drawingml/2006/table">
            <a:tbl>
              <a:tblPr firstRow="1" bandRow="1">
                <a:tableStyleId>{5C22544A-7EE6-4342-B048-85BDC9FD1C3A}</a:tableStyleId>
              </a:tblPr>
              <a:tblGrid>
                <a:gridCol w="1635443">
                  <a:extLst>
                    <a:ext uri="{9D8B030D-6E8A-4147-A177-3AD203B41FA5}">
                      <a16:colId xmlns:a16="http://schemas.microsoft.com/office/drawing/2014/main" val="4044598722"/>
                    </a:ext>
                  </a:extLst>
                </a:gridCol>
                <a:gridCol w="1719580">
                  <a:extLst>
                    <a:ext uri="{9D8B030D-6E8A-4147-A177-3AD203B41FA5}">
                      <a16:colId xmlns:a16="http://schemas.microsoft.com/office/drawing/2014/main" val="888875507"/>
                    </a:ext>
                  </a:extLst>
                </a:gridCol>
                <a:gridCol w="1717993">
                  <a:extLst>
                    <a:ext uri="{9D8B030D-6E8A-4147-A177-3AD203B41FA5}">
                      <a16:colId xmlns:a16="http://schemas.microsoft.com/office/drawing/2014/main" val="3651120241"/>
                    </a:ext>
                  </a:extLst>
                </a:gridCol>
                <a:gridCol w="1524000">
                  <a:extLst>
                    <a:ext uri="{9D8B030D-6E8A-4147-A177-3AD203B41FA5}">
                      <a16:colId xmlns:a16="http://schemas.microsoft.com/office/drawing/2014/main" val="102928806"/>
                    </a:ext>
                  </a:extLst>
                </a:gridCol>
                <a:gridCol w="1524000">
                  <a:extLst>
                    <a:ext uri="{9D8B030D-6E8A-4147-A177-3AD203B41FA5}">
                      <a16:colId xmlns:a16="http://schemas.microsoft.com/office/drawing/2014/main" val="2734482150"/>
                    </a:ext>
                  </a:extLst>
                </a:gridCol>
              </a:tblGrid>
              <a:tr h="504056">
                <a:tc>
                  <a:txBody>
                    <a:bodyPr/>
                    <a:lstStyle/>
                    <a:p>
                      <a:r>
                        <a:rPr lang="es-ES" dirty="0" err="1"/>
                        <a:t>Stakeholder</a:t>
                      </a:r>
                      <a:endParaRPr lang="es-ES" dirty="0"/>
                    </a:p>
                  </a:txBody>
                  <a:tcPr/>
                </a:tc>
                <a:tc>
                  <a:txBody>
                    <a:bodyPr/>
                    <a:lstStyle/>
                    <a:p>
                      <a:r>
                        <a:rPr lang="es-ES" dirty="0"/>
                        <a:t>Performance</a:t>
                      </a:r>
                    </a:p>
                  </a:txBody>
                  <a:tcPr/>
                </a:tc>
                <a:tc>
                  <a:txBody>
                    <a:bodyPr/>
                    <a:lstStyle/>
                    <a:p>
                      <a:r>
                        <a:rPr lang="es-ES" dirty="0" err="1"/>
                        <a:t>Environment</a:t>
                      </a:r>
                      <a:endParaRPr lang="es-ES" dirty="0"/>
                    </a:p>
                  </a:txBody>
                  <a:tcPr/>
                </a:tc>
                <a:tc>
                  <a:txBody>
                    <a:bodyPr/>
                    <a:lstStyle/>
                    <a:p>
                      <a:r>
                        <a:rPr lang="es-ES" dirty="0" err="1"/>
                        <a:t>Percepts</a:t>
                      </a:r>
                      <a:endParaRPr lang="es-ES" dirty="0"/>
                    </a:p>
                  </a:txBody>
                  <a:tcPr/>
                </a:tc>
                <a:tc>
                  <a:txBody>
                    <a:bodyPr/>
                    <a:lstStyle/>
                    <a:p>
                      <a:r>
                        <a:rPr lang="es-ES" dirty="0" err="1"/>
                        <a:t>Actions</a:t>
                      </a:r>
                      <a:endParaRPr lang="es-ES" dirty="0"/>
                    </a:p>
                  </a:txBody>
                  <a:tcPr/>
                </a:tc>
                <a:extLst>
                  <a:ext uri="{0D108BD9-81ED-4DB2-BD59-A6C34878D82A}">
                    <a16:rowId xmlns:a16="http://schemas.microsoft.com/office/drawing/2014/main" val="614346132"/>
                  </a:ext>
                </a:extLst>
              </a:tr>
              <a:tr h="504056">
                <a:tc>
                  <a:txBody>
                    <a:bodyPr/>
                    <a:lstStyle/>
                    <a:p>
                      <a:r>
                        <a:rPr lang="es-ES" dirty="0"/>
                        <a:t>Lobo</a:t>
                      </a:r>
                    </a:p>
                  </a:txBody>
                  <a:tcPr/>
                </a:tc>
                <a:tc>
                  <a:txBody>
                    <a:bodyPr/>
                    <a:lstStyle/>
                    <a:p>
                      <a:r>
                        <a:rPr lang="es-ES" dirty="0"/>
                        <a:t>Seguir vivo (energía&gt;0) y reproducirse</a:t>
                      </a:r>
                    </a:p>
                  </a:txBody>
                  <a:tcPr/>
                </a:tc>
                <a:tc>
                  <a:txBody>
                    <a:bodyPr/>
                    <a:lstStyle/>
                    <a:p>
                      <a:r>
                        <a:rPr lang="es-ES" dirty="0"/>
                        <a:t>Pradera</a:t>
                      </a:r>
                    </a:p>
                  </a:txBody>
                  <a:tcPr/>
                </a:tc>
                <a:tc>
                  <a:txBody>
                    <a:bodyPr/>
                    <a:lstStyle/>
                    <a:p>
                      <a:r>
                        <a:rPr lang="es-ES" dirty="0"/>
                        <a:t>Detectar oveja</a:t>
                      </a:r>
                    </a:p>
                  </a:txBody>
                  <a:tcPr/>
                </a:tc>
                <a:tc>
                  <a:txBody>
                    <a:bodyPr/>
                    <a:lstStyle/>
                    <a:p>
                      <a:r>
                        <a:rPr lang="es-ES" dirty="0"/>
                        <a:t>Comer oveja, Moverse, Reproducirse</a:t>
                      </a:r>
                    </a:p>
                  </a:txBody>
                  <a:tcPr/>
                </a:tc>
                <a:extLst>
                  <a:ext uri="{0D108BD9-81ED-4DB2-BD59-A6C34878D82A}">
                    <a16:rowId xmlns:a16="http://schemas.microsoft.com/office/drawing/2014/main" val="3117869050"/>
                  </a:ext>
                </a:extLst>
              </a:tr>
              <a:tr h="504056">
                <a:tc>
                  <a:txBody>
                    <a:bodyPr/>
                    <a:lstStyle/>
                    <a:p>
                      <a:r>
                        <a:rPr lang="es-ES" dirty="0"/>
                        <a:t>Oveja</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dirty="0"/>
                        <a:t>Seguir vivo (energía&gt;0) y reproducirse</a:t>
                      </a:r>
                    </a:p>
                    <a:p>
                      <a:endParaRPr lang="es-ES" dirty="0"/>
                    </a:p>
                  </a:txBody>
                  <a:tcPr/>
                </a:tc>
                <a:tc>
                  <a:txBody>
                    <a:bodyPr/>
                    <a:lstStyle/>
                    <a:p>
                      <a:r>
                        <a:rPr lang="es-ES" dirty="0"/>
                        <a:t>Pradera</a:t>
                      </a:r>
                    </a:p>
                  </a:txBody>
                  <a:tcPr/>
                </a:tc>
                <a:tc>
                  <a:txBody>
                    <a:bodyPr/>
                    <a:lstStyle/>
                    <a:p>
                      <a:r>
                        <a:rPr lang="es-ES" dirty="0"/>
                        <a:t>Detectar hierba</a:t>
                      </a:r>
                    </a:p>
                  </a:txBody>
                  <a:tcPr/>
                </a:tc>
                <a:tc>
                  <a:txBody>
                    <a:bodyPr/>
                    <a:lstStyle/>
                    <a:p>
                      <a:r>
                        <a:rPr lang="es-ES" dirty="0"/>
                        <a:t>Comer hierba, Moverse,</a:t>
                      </a:r>
                    </a:p>
                    <a:p>
                      <a:r>
                        <a:rPr lang="es-ES" dirty="0"/>
                        <a:t>Reproducirse</a:t>
                      </a:r>
                    </a:p>
                  </a:txBody>
                  <a:tcPr/>
                </a:tc>
                <a:extLst>
                  <a:ext uri="{0D108BD9-81ED-4DB2-BD59-A6C34878D82A}">
                    <a16:rowId xmlns:a16="http://schemas.microsoft.com/office/drawing/2014/main" val="133948968"/>
                  </a:ext>
                </a:extLst>
              </a:tr>
            </a:tbl>
          </a:graphicData>
        </a:graphic>
      </p:graphicFrame>
      <p:sp>
        <p:nvSpPr>
          <p:cNvPr id="4" name="Slide Number Placeholder 3">
            <a:extLst>
              <a:ext uri="{FF2B5EF4-FFF2-40B4-BE49-F238E27FC236}">
                <a16:creationId xmlns:a16="http://schemas.microsoft.com/office/drawing/2014/main" id="{68967CB4-294C-B541-950D-6351D3EB4C83}"/>
              </a:ext>
            </a:extLst>
          </p:cNvPr>
          <p:cNvSpPr>
            <a:spLocks noGrp="1"/>
          </p:cNvSpPr>
          <p:nvPr>
            <p:ph type="sldNum" sz="quarter" idx="11"/>
          </p:nvPr>
        </p:nvSpPr>
        <p:spPr/>
        <p:txBody>
          <a:bodyPr/>
          <a:lstStyle/>
          <a:p>
            <a:fld id="{39A92189-4A1C-DB4D-A308-1760EA4C79C7}" type="slidenum">
              <a:rPr lang="en-GB" smtClean="0"/>
              <a:pPr/>
              <a:t>10</a:t>
            </a:fld>
            <a:endParaRPr lang="en-GB"/>
          </a:p>
        </p:txBody>
      </p:sp>
    </p:spTree>
    <p:extLst>
      <p:ext uri="{BB962C8B-B14F-4D97-AF65-F5344CB8AC3E}">
        <p14:creationId xmlns:p14="http://schemas.microsoft.com/office/powerpoint/2010/main" val="3057566389"/>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CC29C-E05A-E241-95F8-6CDB9D69C8ED}"/>
              </a:ext>
            </a:extLst>
          </p:cNvPr>
          <p:cNvSpPr>
            <a:spLocks noGrp="1"/>
          </p:cNvSpPr>
          <p:nvPr>
            <p:ph type="title"/>
          </p:nvPr>
        </p:nvSpPr>
        <p:spPr/>
        <p:txBody>
          <a:bodyPr/>
          <a:lstStyle/>
          <a:p>
            <a:r>
              <a:rPr lang="es-ES" dirty="0"/>
              <a:t>Descripción de los escenarios</a:t>
            </a:r>
          </a:p>
        </p:txBody>
      </p:sp>
      <p:graphicFrame>
        <p:nvGraphicFramePr>
          <p:cNvPr id="5" name="Content Placeholder 4">
            <a:extLst>
              <a:ext uri="{FF2B5EF4-FFF2-40B4-BE49-F238E27FC236}">
                <a16:creationId xmlns:a16="http://schemas.microsoft.com/office/drawing/2014/main" id="{07EF76C9-8BDF-1041-B71B-E83DCE351F76}"/>
              </a:ext>
            </a:extLst>
          </p:cNvPr>
          <p:cNvGraphicFramePr>
            <a:graphicFrameLocks noGrp="1"/>
          </p:cNvGraphicFramePr>
          <p:nvPr>
            <p:ph idx="1"/>
            <p:extLst>
              <p:ext uri="{D42A27DB-BD31-4B8C-83A1-F6EECF244321}">
                <p14:modId xmlns:p14="http://schemas.microsoft.com/office/powerpoint/2010/main" val="561397810"/>
              </p:ext>
            </p:extLst>
          </p:nvPr>
        </p:nvGraphicFramePr>
        <p:xfrm>
          <a:off x="914399" y="1828800"/>
          <a:ext cx="7906073" cy="3607296"/>
        </p:xfrm>
        <a:graphic>
          <a:graphicData uri="http://schemas.openxmlformats.org/drawingml/2006/table">
            <a:tbl>
              <a:tblPr firstRow="1" bandRow="1">
                <a:tableStyleId>{073A0DAA-6AF3-43AB-8588-CEC1D06C72B9}</a:tableStyleId>
              </a:tblPr>
              <a:tblGrid>
                <a:gridCol w="2184291">
                  <a:extLst>
                    <a:ext uri="{9D8B030D-6E8A-4147-A177-3AD203B41FA5}">
                      <a16:colId xmlns:a16="http://schemas.microsoft.com/office/drawing/2014/main" val="3731031687"/>
                    </a:ext>
                  </a:extLst>
                </a:gridCol>
                <a:gridCol w="5721782">
                  <a:extLst>
                    <a:ext uri="{9D8B030D-6E8A-4147-A177-3AD203B41FA5}">
                      <a16:colId xmlns:a16="http://schemas.microsoft.com/office/drawing/2014/main" val="943574986"/>
                    </a:ext>
                  </a:extLst>
                </a:gridCol>
              </a:tblGrid>
              <a:tr h="536064">
                <a:tc>
                  <a:txBody>
                    <a:bodyPr/>
                    <a:lstStyle/>
                    <a:p>
                      <a:r>
                        <a:rPr lang="es-ES" dirty="0" err="1"/>
                        <a:t>Scenario</a:t>
                      </a:r>
                      <a:r>
                        <a:rPr lang="es-ES" dirty="0"/>
                        <a:t> 1</a:t>
                      </a:r>
                      <a:endParaRPr lang="es-ES" dirty="0">
                        <a:solidFill>
                          <a:sysClr val="windowText" lastClr="000000"/>
                        </a:solidFill>
                      </a:endParaRPr>
                    </a:p>
                  </a:txBody>
                  <a:tcPr/>
                </a:tc>
                <a:tc>
                  <a:txBody>
                    <a:bodyPr/>
                    <a:lstStyle/>
                    <a:p>
                      <a:r>
                        <a:rPr lang="es-ES" dirty="0"/>
                        <a:t>Típico día de una oveja</a:t>
                      </a:r>
                      <a:endParaRPr lang="es-ES" dirty="0">
                        <a:solidFill>
                          <a:sysClr val="windowText" lastClr="000000"/>
                        </a:solidFill>
                      </a:endParaRPr>
                    </a:p>
                  </a:txBody>
                  <a:tcPr/>
                </a:tc>
                <a:extLst>
                  <a:ext uri="{0D108BD9-81ED-4DB2-BD59-A6C34878D82A}">
                    <a16:rowId xmlns:a16="http://schemas.microsoft.com/office/drawing/2014/main" val="2586439295"/>
                  </a:ext>
                </a:extLst>
              </a:tr>
              <a:tr h="536064">
                <a:tc>
                  <a:txBody>
                    <a:bodyPr/>
                    <a:lstStyle/>
                    <a:p>
                      <a:r>
                        <a:rPr lang="es-ES" dirty="0" err="1"/>
                        <a:t>Overview</a:t>
                      </a:r>
                      <a:endParaRPr lang="es-ES" dirty="0"/>
                    </a:p>
                  </a:txBody>
                  <a:tcPr/>
                </a:tc>
                <a:tc>
                  <a:txBody>
                    <a:bodyPr/>
                    <a:lstStyle/>
                    <a:p>
                      <a:r>
                        <a:rPr lang="es-ES" dirty="0"/>
                        <a:t>La oveja se mueve, come y se reproduce</a:t>
                      </a:r>
                    </a:p>
                  </a:txBody>
                  <a:tcPr/>
                </a:tc>
                <a:extLst>
                  <a:ext uri="{0D108BD9-81ED-4DB2-BD59-A6C34878D82A}">
                    <a16:rowId xmlns:a16="http://schemas.microsoft.com/office/drawing/2014/main" val="1310570766"/>
                  </a:ext>
                </a:extLst>
              </a:tr>
              <a:tr h="536064">
                <a:tc>
                  <a:txBody>
                    <a:bodyPr/>
                    <a:lstStyle/>
                    <a:p>
                      <a:r>
                        <a:rPr lang="es-ES" dirty="0" err="1"/>
                        <a:t>Context</a:t>
                      </a:r>
                      <a:endParaRPr lang="es-ES" dirty="0"/>
                    </a:p>
                  </a:txBody>
                  <a:tcPr/>
                </a:tc>
                <a:tc>
                  <a:txBody>
                    <a:bodyPr/>
                    <a:lstStyle/>
                    <a:p>
                      <a:r>
                        <a:rPr lang="es-ES" dirty="0"/>
                        <a:t>-</a:t>
                      </a:r>
                    </a:p>
                  </a:txBody>
                  <a:tcPr/>
                </a:tc>
                <a:extLst>
                  <a:ext uri="{0D108BD9-81ED-4DB2-BD59-A6C34878D82A}">
                    <a16:rowId xmlns:a16="http://schemas.microsoft.com/office/drawing/2014/main" val="376065399"/>
                  </a:ext>
                </a:extLst>
              </a:tr>
              <a:tr h="536064">
                <a:tc>
                  <a:txBody>
                    <a:bodyPr/>
                    <a:lstStyle/>
                    <a:p>
                      <a:r>
                        <a:rPr lang="es-ES" dirty="0" err="1"/>
                        <a:t>Steps</a:t>
                      </a:r>
                      <a:endParaRPr lang="es-ES" dirty="0"/>
                    </a:p>
                  </a:txBody>
                  <a:tcPr/>
                </a:tc>
                <a:tc>
                  <a:txBody>
                    <a:bodyPr/>
                    <a:lstStyle/>
                    <a:p>
                      <a:pPr marL="342900" indent="-342900">
                        <a:buAutoNum type="arabicPeriod"/>
                      </a:pPr>
                      <a:r>
                        <a:rPr lang="es-ES" dirty="0"/>
                        <a:t>(</a:t>
                      </a:r>
                      <a:r>
                        <a:rPr lang="es-ES" dirty="0" err="1"/>
                        <a:t>Action</a:t>
                      </a:r>
                      <a:r>
                        <a:rPr lang="es-ES" dirty="0"/>
                        <a:t>) Se mueve una posición aleatoriamente</a:t>
                      </a:r>
                    </a:p>
                    <a:p>
                      <a:pPr marL="342900" indent="-342900">
                        <a:buAutoNum type="arabicPeriod"/>
                      </a:pPr>
                      <a:r>
                        <a:rPr lang="es-ES" dirty="0"/>
                        <a:t>(</a:t>
                      </a:r>
                      <a:r>
                        <a:rPr lang="es-ES" dirty="0" err="1"/>
                        <a:t>Action</a:t>
                      </a:r>
                      <a:r>
                        <a:rPr lang="es-ES" dirty="0"/>
                        <a:t>) Reduce su energía</a:t>
                      </a:r>
                    </a:p>
                    <a:p>
                      <a:pPr marL="342900" indent="-342900">
                        <a:buAutoNum type="arabicPeriod"/>
                      </a:pPr>
                      <a:r>
                        <a:rPr lang="es-ES" dirty="0"/>
                        <a:t>(</a:t>
                      </a:r>
                      <a:r>
                        <a:rPr lang="es-ES" dirty="0" err="1"/>
                        <a:t>Percept</a:t>
                      </a:r>
                      <a:r>
                        <a:rPr lang="es-ES" dirty="0"/>
                        <a:t>) Detecta si hay hierba</a:t>
                      </a:r>
                    </a:p>
                    <a:p>
                      <a:pPr marL="342900" indent="-342900">
                        <a:buAutoNum type="arabicPeriod"/>
                      </a:pPr>
                      <a:r>
                        <a:rPr lang="es-ES" dirty="0"/>
                        <a:t>(</a:t>
                      </a:r>
                      <a:r>
                        <a:rPr lang="es-ES" dirty="0" err="1"/>
                        <a:t>Action</a:t>
                      </a:r>
                      <a:r>
                        <a:rPr lang="es-ES" dirty="0"/>
                        <a:t>) Si hay hierba, come y aumenta energía</a:t>
                      </a:r>
                    </a:p>
                    <a:p>
                      <a:pPr marL="342900" indent="-342900">
                        <a:buAutoNum type="arabicPeriod"/>
                      </a:pPr>
                      <a:r>
                        <a:rPr lang="es-ES" dirty="0"/>
                        <a:t>(</a:t>
                      </a:r>
                      <a:r>
                        <a:rPr lang="es-ES" dirty="0" err="1"/>
                        <a:t>Action</a:t>
                      </a:r>
                      <a:r>
                        <a:rPr lang="es-ES" dirty="0"/>
                        <a:t>) Se reproduce con una cierta probabilidad</a:t>
                      </a:r>
                    </a:p>
                  </a:txBody>
                  <a:tcPr/>
                </a:tc>
                <a:extLst>
                  <a:ext uri="{0D108BD9-81ED-4DB2-BD59-A6C34878D82A}">
                    <a16:rowId xmlns:a16="http://schemas.microsoft.com/office/drawing/2014/main" val="4227328680"/>
                  </a:ext>
                </a:extLst>
              </a:tr>
              <a:tr h="536064">
                <a:tc>
                  <a:txBody>
                    <a:bodyPr/>
                    <a:lstStyle/>
                    <a:p>
                      <a:r>
                        <a:rPr lang="es-ES" dirty="0" err="1"/>
                        <a:t>Variations</a:t>
                      </a:r>
                      <a:endParaRPr lang="es-ES" dirty="0"/>
                    </a:p>
                  </a:txBody>
                  <a:tcPr/>
                </a:tc>
                <a:tc>
                  <a:txBody>
                    <a:bodyPr/>
                    <a:lstStyle/>
                    <a:p>
                      <a:r>
                        <a:rPr lang="es-ES" dirty="0"/>
                        <a:t>Paso 2. Si energía =0 , muere</a:t>
                      </a:r>
                    </a:p>
                  </a:txBody>
                  <a:tcPr/>
                </a:tc>
                <a:extLst>
                  <a:ext uri="{0D108BD9-81ED-4DB2-BD59-A6C34878D82A}">
                    <a16:rowId xmlns:a16="http://schemas.microsoft.com/office/drawing/2014/main" val="842129781"/>
                  </a:ext>
                </a:extLst>
              </a:tr>
            </a:tbl>
          </a:graphicData>
        </a:graphic>
      </p:graphicFrame>
      <p:sp>
        <p:nvSpPr>
          <p:cNvPr id="4" name="Slide Number Placeholder 3">
            <a:extLst>
              <a:ext uri="{FF2B5EF4-FFF2-40B4-BE49-F238E27FC236}">
                <a16:creationId xmlns:a16="http://schemas.microsoft.com/office/drawing/2014/main" id="{52E6689C-4EC4-874D-833C-677D23546312}"/>
              </a:ext>
            </a:extLst>
          </p:cNvPr>
          <p:cNvSpPr>
            <a:spLocks noGrp="1"/>
          </p:cNvSpPr>
          <p:nvPr>
            <p:ph type="sldNum" sz="quarter" idx="11"/>
          </p:nvPr>
        </p:nvSpPr>
        <p:spPr/>
        <p:txBody>
          <a:bodyPr/>
          <a:lstStyle/>
          <a:p>
            <a:fld id="{39A92189-4A1C-DB4D-A308-1760EA4C79C7}" type="slidenum">
              <a:rPr lang="en-GB" smtClean="0"/>
              <a:pPr/>
              <a:t>11</a:t>
            </a:fld>
            <a:endParaRPr lang="en-GB"/>
          </a:p>
        </p:txBody>
      </p:sp>
    </p:spTree>
    <p:extLst>
      <p:ext uri="{BB962C8B-B14F-4D97-AF65-F5344CB8AC3E}">
        <p14:creationId xmlns:p14="http://schemas.microsoft.com/office/powerpoint/2010/main" val="2283170670"/>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0FA93-7092-C143-9315-9EDDB8951036}"/>
              </a:ext>
            </a:extLst>
          </p:cNvPr>
          <p:cNvSpPr>
            <a:spLocks noGrp="1"/>
          </p:cNvSpPr>
          <p:nvPr>
            <p:ph type="title"/>
          </p:nvPr>
        </p:nvSpPr>
        <p:spPr/>
        <p:txBody>
          <a:bodyPr/>
          <a:lstStyle/>
          <a:p>
            <a:r>
              <a:rPr lang="es-ES" dirty="0"/>
              <a:t>Diseño arquitectónico</a:t>
            </a:r>
          </a:p>
        </p:txBody>
      </p:sp>
      <p:sp>
        <p:nvSpPr>
          <p:cNvPr id="4" name="Slide Number Placeholder 3">
            <a:extLst>
              <a:ext uri="{FF2B5EF4-FFF2-40B4-BE49-F238E27FC236}">
                <a16:creationId xmlns:a16="http://schemas.microsoft.com/office/drawing/2014/main" id="{0D0E55F1-DC21-1A4C-AC6A-EBB5982F7C2C}"/>
              </a:ext>
            </a:extLst>
          </p:cNvPr>
          <p:cNvSpPr>
            <a:spLocks noGrp="1"/>
          </p:cNvSpPr>
          <p:nvPr>
            <p:ph type="sldNum" sz="quarter" idx="11"/>
          </p:nvPr>
        </p:nvSpPr>
        <p:spPr/>
        <p:txBody>
          <a:bodyPr/>
          <a:lstStyle/>
          <a:p>
            <a:fld id="{39A92189-4A1C-DB4D-A308-1760EA4C79C7}" type="slidenum">
              <a:rPr lang="en-GB" smtClean="0"/>
              <a:pPr/>
              <a:t>12</a:t>
            </a:fld>
            <a:endParaRPr lang="en-GB"/>
          </a:p>
        </p:txBody>
      </p:sp>
      <p:pic>
        <p:nvPicPr>
          <p:cNvPr id="14" name="Content Placeholder 13">
            <a:extLst>
              <a:ext uri="{FF2B5EF4-FFF2-40B4-BE49-F238E27FC236}">
                <a16:creationId xmlns:a16="http://schemas.microsoft.com/office/drawing/2014/main" id="{4465C4C8-93BC-5740-969C-BA533DC2E593}"/>
              </a:ext>
            </a:extLst>
          </p:cNvPr>
          <p:cNvPicPr>
            <a:picLocks noGrp="1" noChangeAspect="1"/>
          </p:cNvPicPr>
          <p:nvPr>
            <p:ph idx="1"/>
          </p:nvPr>
        </p:nvPicPr>
        <p:blipFill>
          <a:blip r:embed="rId3"/>
          <a:stretch>
            <a:fillRect/>
          </a:stretch>
        </p:blipFill>
        <p:spPr>
          <a:xfrm>
            <a:off x="994611" y="1828800"/>
            <a:ext cx="7459578" cy="4572000"/>
          </a:xfrm>
        </p:spPr>
      </p:pic>
    </p:spTree>
    <p:extLst>
      <p:ext uri="{BB962C8B-B14F-4D97-AF65-F5344CB8AC3E}">
        <p14:creationId xmlns:p14="http://schemas.microsoft.com/office/powerpoint/2010/main" val="1208831590"/>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B3474-42AE-B240-8296-5D8EADEE11BE}"/>
              </a:ext>
            </a:extLst>
          </p:cNvPr>
          <p:cNvSpPr>
            <a:spLocks noGrp="1"/>
          </p:cNvSpPr>
          <p:nvPr>
            <p:ph type="title"/>
          </p:nvPr>
        </p:nvSpPr>
        <p:spPr/>
        <p:txBody>
          <a:bodyPr/>
          <a:lstStyle/>
          <a:p>
            <a:r>
              <a:rPr lang="es-ES" dirty="0"/>
              <a:t>Identificación de agentes</a:t>
            </a:r>
          </a:p>
        </p:txBody>
      </p:sp>
      <p:sp>
        <p:nvSpPr>
          <p:cNvPr id="3" name="Content Placeholder 2">
            <a:extLst>
              <a:ext uri="{FF2B5EF4-FFF2-40B4-BE49-F238E27FC236}">
                <a16:creationId xmlns:a16="http://schemas.microsoft.com/office/drawing/2014/main" id="{187CD7A4-F23F-4748-9FD6-2A1E98AC736E}"/>
              </a:ext>
            </a:extLst>
          </p:cNvPr>
          <p:cNvSpPr>
            <a:spLocks noGrp="1"/>
          </p:cNvSpPr>
          <p:nvPr>
            <p:ph idx="1"/>
          </p:nvPr>
        </p:nvSpPr>
        <p:spPr/>
        <p:txBody>
          <a:bodyPr/>
          <a:lstStyle/>
          <a:p>
            <a:r>
              <a:rPr lang="es-ES" dirty="0"/>
              <a:t>En nuestro caso el propio sistema ya los ha identificado pero en otras situaciones puede que haya que hacerlo considerando el acoplamiento de datos con los roles, la coherencia y la </a:t>
            </a:r>
            <a:r>
              <a:rPr lang="es-ES" dirty="0" err="1"/>
              <a:t>cardinalidad</a:t>
            </a:r>
            <a:r>
              <a:rPr lang="es-ES" dirty="0"/>
              <a:t> entre los roles y datos.</a:t>
            </a:r>
          </a:p>
          <a:p>
            <a:r>
              <a:rPr lang="es-ES" dirty="0"/>
              <a:t>Para nuestro modelo, los agentes serán el lobo y la oveja</a:t>
            </a:r>
          </a:p>
        </p:txBody>
      </p:sp>
      <p:sp>
        <p:nvSpPr>
          <p:cNvPr id="4" name="Slide Number Placeholder 3">
            <a:extLst>
              <a:ext uri="{FF2B5EF4-FFF2-40B4-BE49-F238E27FC236}">
                <a16:creationId xmlns:a16="http://schemas.microsoft.com/office/drawing/2014/main" id="{3C3CA650-8890-CB4D-809A-0647291EC186}"/>
              </a:ext>
            </a:extLst>
          </p:cNvPr>
          <p:cNvSpPr>
            <a:spLocks noGrp="1"/>
          </p:cNvSpPr>
          <p:nvPr>
            <p:ph type="sldNum" sz="quarter" idx="11"/>
          </p:nvPr>
        </p:nvSpPr>
        <p:spPr/>
        <p:txBody>
          <a:bodyPr/>
          <a:lstStyle/>
          <a:p>
            <a:fld id="{39A92189-4A1C-DB4D-A308-1760EA4C79C7}" type="slidenum">
              <a:rPr lang="en-GB" smtClean="0"/>
              <a:pPr/>
              <a:t>13</a:t>
            </a:fld>
            <a:endParaRPr lang="en-GB"/>
          </a:p>
        </p:txBody>
      </p:sp>
    </p:spTree>
    <p:extLst>
      <p:ext uri="{BB962C8B-B14F-4D97-AF65-F5344CB8AC3E}">
        <p14:creationId xmlns:p14="http://schemas.microsoft.com/office/powerpoint/2010/main" val="809062779"/>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48DF0-0D45-9549-907E-15C59923A4A1}"/>
              </a:ext>
            </a:extLst>
          </p:cNvPr>
          <p:cNvSpPr>
            <a:spLocks noGrp="1"/>
          </p:cNvSpPr>
          <p:nvPr>
            <p:ph type="title"/>
          </p:nvPr>
        </p:nvSpPr>
        <p:spPr/>
        <p:txBody>
          <a:bodyPr/>
          <a:lstStyle/>
          <a:p>
            <a:r>
              <a:rPr lang="es-ES" dirty="0"/>
              <a:t>Descriptores de agentes</a:t>
            </a:r>
          </a:p>
        </p:txBody>
      </p:sp>
      <p:graphicFrame>
        <p:nvGraphicFramePr>
          <p:cNvPr id="5" name="Content Placeholder 4">
            <a:extLst>
              <a:ext uri="{FF2B5EF4-FFF2-40B4-BE49-F238E27FC236}">
                <a16:creationId xmlns:a16="http://schemas.microsoft.com/office/drawing/2014/main" id="{4C4F0870-5721-D14C-AB80-8B5125A8D08A}"/>
              </a:ext>
            </a:extLst>
          </p:cNvPr>
          <p:cNvGraphicFramePr>
            <a:graphicFrameLocks noGrp="1"/>
          </p:cNvGraphicFramePr>
          <p:nvPr>
            <p:ph idx="1"/>
            <p:extLst>
              <p:ext uri="{D42A27DB-BD31-4B8C-83A1-F6EECF244321}">
                <p14:modId xmlns:p14="http://schemas.microsoft.com/office/powerpoint/2010/main" val="2849665692"/>
              </p:ext>
            </p:extLst>
          </p:nvPr>
        </p:nvGraphicFramePr>
        <p:xfrm>
          <a:off x="914400" y="1556792"/>
          <a:ext cx="7620000" cy="516636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279269875"/>
                    </a:ext>
                  </a:extLst>
                </a:gridCol>
                <a:gridCol w="3810000">
                  <a:extLst>
                    <a:ext uri="{9D8B030D-6E8A-4147-A177-3AD203B41FA5}">
                      <a16:colId xmlns:a16="http://schemas.microsoft.com/office/drawing/2014/main" val="2047979426"/>
                    </a:ext>
                  </a:extLst>
                </a:gridCol>
              </a:tblGrid>
              <a:tr h="370840">
                <a:tc>
                  <a:txBody>
                    <a:bodyPr/>
                    <a:lstStyle/>
                    <a:p>
                      <a:r>
                        <a:rPr lang="es-ES" dirty="0" err="1"/>
                        <a:t>Agent</a:t>
                      </a:r>
                      <a:endParaRPr lang="es-ES" dirty="0"/>
                    </a:p>
                  </a:txBody>
                  <a:tcPr/>
                </a:tc>
                <a:tc>
                  <a:txBody>
                    <a:bodyPr/>
                    <a:lstStyle/>
                    <a:p>
                      <a:r>
                        <a:rPr lang="es-ES" dirty="0"/>
                        <a:t>Lobo</a:t>
                      </a:r>
                    </a:p>
                  </a:txBody>
                  <a:tcPr/>
                </a:tc>
                <a:extLst>
                  <a:ext uri="{0D108BD9-81ED-4DB2-BD59-A6C34878D82A}">
                    <a16:rowId xmlns:a16="http://schemas.microsoft.com/office/drawing/2014/main" val="2239966580"/>
                  </a:ext>
                </a:extLst>
              </a:tr>
              <a:tr h="370840">
                <a:tc>
                  <a:txBody>
                    <a:bodyPr/>
                    <a:lstStyle/>
                    <a:p>
                      <a:r>
                        <a:rPr lang="es-ES" dirty="0" err="1"/>
                        <a:t>Description</a:t>
                      </a:r>
                      <a:endParaRPr lang="es-ES" dirty="0"/>
                    </a:p>
                  </a:txBody>
                  <a:tcPr/>
                </a:tc>
                <a:tc>
                  <a:txBody>
                    <a:bodyPr/>
                    <a:lstStyle/>
                    <a:p>
                      <a:r>
                        <a:rPr lang="es-ES" dirty="0"/>
                        <a:t>Animal depredador</a:t>
                      </a:r>
                    </a:p>
                  </a:txBody>
                  <a:tcPr/>
                </a:tc>
                <a:extLst>
                  <a:ext uri="{0D108BD9-81ED-4DB2-BD59-A6C34878D82A}">
                    <a16:rowId xmlns:a16="http://schemas.microsoft.com/office/drawing/2014/main" val="3929415004"/>
                  </a:ext>
                </a:extLst>
              </a:tr>
              <a:tr h="370840">
                <a:tc>
                  <a:txBody>
                    <a:bodyPr/>
                    <a:lstStyle/>
                    <a:p>
                      <a:r>
                        <a:rPr lang="es-ES" dirty="0" err="1"/>
                        <a:t>Cardinality</a:t>
                      </a:r>
                      <a:endParaRPr lang="es-ES" dirty="0"/>
                    </a:p>
                  </a:txBody>
                  <a:tcPr/>
                </a:tc>
                <a:tc>
                  <a:txBody>
                    <a:bodyPr/>
                    <a:lstStyle/>
                    <a:p>
                      <a:r>
                        <a:rPr lang="es-ES" dirty="0"/>
                        <a:t>N</a:t>
                      </a:r>
                    </a:p>
                  </a:txBody>
                  <a:tcPr/>
                </a:tc>
                <a:extLst>
                  <a:ext uri="{0D108BD9-81ED-4DB2-BD59-A6C34878D82A}">
                    <a16:rowId xmlns:a16="http://schemas.microsoft.com/office/drawing/2014/main" val="3977304166"/>
                  </a:ext>
                </a:extLst>
              </a:tr>
              <a:tr h="370840">
                <a:tc>
                  <a:txBody>
                    <a:bodyPr/>
                    <a:lstStyle/>
                    <a:p>
                      <a:r>
                        <a:rPr lang="es-ES" dirty="0" err="1"/>
                        <a:t>Lifetime</a:t>
                      </a:r>
                      <a:endParaRPr lang="es-ES" dirty="0"/>
                    </a:p>
                  </a:txBody>
                  <a:tcPr/>
                </a:tc>
                <a:tc>
                  <a:txBody>
                    <a:bodyPr/>
                    <a:lstStyle/>
                    <a:p>
                      <a:r>
                        <a:rPr lang="es-ES" dirty="0"/>
                        <a:t>Instanciado al inicio de la simulación y cada vez que se reproduce un lobo. Se muere si se queda sin energía.</a:t>
                      </a:r>
                    </a:p>
                  </a:txBody>
                  <a:tcPr/>
                </a:tc>
                <a:extLst>
                  <a:ext uri="{0D108BD9-81ED-4DB2-BD59-A6C34878D82A}">
                    <a16:rowId xmlns:a16="http://schemas.microsoft.com/office/drawing/2014/main" val="1251407351"/>
                  </a:ext>
                </a:extLst>
              </a:tr>
              <a:tr h="370840">
                <a:tc>
                  <a:txBody>
                    <a:bodyPr/>
                    <a:lstStyle/>
                    <a:p>
                      <a:r>
                        <a:rPr lang="es-ES" dirty="0" err="1"/>
                        <a:t>Functionalities</a:t>
                      </a:r>
                      <a:r>
                        <a:rPr lang="es-ES" dirty="0"/>
                        <a:t> </a:t>
                      </a:r>
                      <a:r>
                        <a:rPr lang="es-ES" dirty="0" err="1"/>
                        <a:t>included</a:t>
                      </a:r>
                      <a:endParaRPr lang="es-ES" dirty="0"/>
                    </a:p>
                  </a:txBody>
                  <a:tcPr/>
                </a:tc>
                <a:tc>
                  <a:txBody>
                    <a:bodyPr/>
                    <a:lstStyle/>
                    <a:p>
                      <a:r>
                        <a:rPr lang="es-ES" dirty="0"/>
                        <a:t>-</a:t>
                      </a:r>
                    </a:p>
                  </a:txBody>
                  <a:tcPr/>
                </a:tc>
                <a:extLst>
                  <a:ext uri="{0D108BD9-81ED-4DB2-BD59-A6C34878D82A}">
                    <a16:rowId xmlns:a16="http://schemas.microsoft.com/office/drawing/2014/main" val="1081108798"/>
                  </a:ext>
                </a:extLst>
              </a:tr>
              <a:tr h="370840">
                <a:tc>
                  <a:txBody>
                    <a:bodyPr/>
                    <a:lstStyle/>
                    <a:p>
                      <a:r>
                        <a:rPr lang="es-ES" dirty="0"/>
                        <a:t>Uses Data</a:t>
                      </a:r>
                    </a:p>
                  </a:txBody>
                  <a:tcPr/>
                </a:tc>
                <a:tc>
                  <a:txBody>
                    <a:bodyPr/>
                    <a:lstStyle/>
                    <a:p>
                      <a:r>
                        <a:rPr lang="es-ES" dirty="0"/>
                        <a:t>-</a:t>
                      </a:r>
                    </a:p>
                  </a:txBody>
                  <a:tcPr/>
                </a:tc>
                <a:extLst>
                  <a:ext uri="{0D108BD9-81ED-4DB2-BD59-A6C34878D82A}">
                    <a16:rowId xmlns:a16="http://schemas.microsoft.com/office/drawing/2014/main" val="3396546870"/>
                  </a:ext>
                </a:extLst>
              </a:tr>
              <a:tr h="370840">
                <a:tc>
                  <a:txBody>
                    <a:bodyPr/>
                    <a:lstStyle/>
                    <a:p>
                      <a:r>
                        <a:rPr lang="es-ES" dirty="0"/>
                        <a:t>Produces Data</a:t>
                      </a:r>
                    </a:p>
                  </a:txBody>
                  <a:tcPr/>
                </a:tc>
                <a:tc>
                  <a:txBody>
                    <a:bodyPr/>
                    <a:lstStyle/>
                    <a:p>
                      <a:r>
                        <a:rPr lang="es-ES" dirty="0"/>
                        <a:t>-</a:t>
                      </a:r>
                    </a:p>
                  </a:txBody>
                  <a:tcPr/>
                </a:tc>
                <a:extLst>
                  <a:ext uri="{0D108BD9-81ED-4DB2-BD59-A6C34878D82A}">
                    <a16:rowId xmlns:a16="http://schemas.microsoft.com/office/drawing/2014/main" val="3168974613"/>
                  </a:ext>
                </a:extLst>
              </a:tr>
              <a:tr h="370840">
                <a:tc>
                  <a:txBody>
                    <a:bodyPr/>
                    <a:lstStyle/>
                    <a:p>
                      <a:r>
                        <a:rPr lang="es-ES" dirty="0" err="1"/>
                        <a:t>Goals</a:t>
                      </a:r>
                      <a:endParaRPr lang="es-ES" dirty="0"/>
                    </a:p>
                  </a:txBody>
                  <a:tcPr/>
                </a:tc>
                <a:tc>
                  <a:txBody>
                    <a:bodyPr/>
                    <a:lstStyle/>
                    <a:p>
                      <a:r>
                        <a:rPr lang="es-ES" dirty="0"/>
                        <a:t>Moverse, comer una oveja y reproducir un lobo</a:t>
                      </a:r>
                    </a:p>
                  </a:txBody>
                  <a:tcPr/>
                </a:tc>
                <a:extLst>
                  <a:ext uri="{0D108BD9-81ED-4DB2-BD59-A6C34878D82A}">
                    <a16:rowId xmlns:a16="http://schemas.microsoft.com/office/drawing/2014/main" val="4224968614"/>
                  </a:ext>
                </a:extLst>
              </a:tr>
              <a:tr h="370840">
                <a:tc>
                  <a:txBody>
                    <a:bodyPr/>
                    <a:lstStyle/>
                    <a:p>
                      <a:r>
                        <a:rPr lang="es-ES" dirty="0" err="1"/>
                        <a:t>Events</a:t>
                      </a:r>
                      <a:r>
                        <a:rPr lang="es-ES" dirty="0"/>
                        <a:t> responded to</a:t>
                      </a:r>
                    </a:p>
                  </a:txBody>
                  <a:tcPr/>
                </a:tc>
                <a:tc>
                  <a:txBody>
                    <a:bodyPr/>
                    <a:lstStyle/>
                    <a:p>
                      <a:r>
                        <a:rPr lang="es-ES" dirty="0"/>
                        <a:t>Presencia de oveja</a:t>
                      </a:r>
                    </a:p>
                  </a:txBody>
                  <a:tcPr/>
                </a:tc>
                <a:extLst>
                  <a:ext uri="{0D108BD9-81ED-4DB2-BD59-A6C34878D82A}">
                    <a16:rowId xmlns:a16="http://schemas.microsoft.com/office/drawing/2014/main" val="21627926"/>
                  </a:ext>
                </a:extLst>
              </a:tr>
              <a:tr h="370840">
                <a:tc>
                  <a:txBody>
                    <a:bodyPr/>
                    <a:lstStyle/>
                    <a:p>
                      <a:r>
                        <a:rPr lang="es-ES" dirty="0" err="1"/>
                        <a:t>Actions</a:t>
                      </a:r>
                      <a:endParaRPr lang="es-ES" dirty="0"/>
                    </a:p>
                  </a:txBody>
                  <a:tcPr/>
                </a:tc>
                <a:tc>
                  <a:txBody>
                    <a:bodyPr/>
                    <a:lstStyle/>
                    <a:p>
                      <a:r>
                        <a:rPr lang="es-ES" dirty="0"/>
                        <a:t>Moverse, comer, reproducirse</a:t>
                      </a:r>
                    </a:p>
                  </a:txBody>
                  <a:tcPr/>
                </a:tc>
                <a:extLst>
                  <a:ext uri="{0D108BD9-81ED-4DB2-BD59-A6C34878D82A}">
                    <a16:rowId xmlns:a16="http://schemas.microsoft.com/office/drawing/2014/main" val="1137618062"/>
                  </a:ext>
                </a:extLst>
              </a:tr>
              <a:tr h="370840">
                <a:tc>
                  <a:txBody>
                    <a:bodyPr/>
                    <a:lstStyle/>
                    <a:p>
                      <a:r>
                        <a:rPr lang="es-ES" dirty="0" err="1"/>
                        <a:t>Interacts</a:t>
                      </a:r>
                      <a:r>
                        <a:rPr lang="es-ES" dirty="0"/>
                        <a:t> </a:t>
                      </a:r>
                      <a:r>
                        <a:rPr lang="es-ES" dirty="0" err="1"/>
                        <a:t>with</a:t>
                      </a:r>
                      <a:endParaRPr lang="es-ES" dirty="0"/>
                    </a:p>
                  </a:txBody>
                  <a:tcPr/>
                </a:tc>
                <a:tc>
                  <a:txBody>
                    <a:bodyPr/>
                    <a:lstStyle/>
                    <a:p>
                      <a:r>
                        <a:rPr lang="es-ES" dirty="0"/>
                        <a:t>Agente oveja</a:t>
                      </a:r>
                    </a:p>
                  </a:txBody>
                  <a:tcPr/>
                </a:tc>
                <a:extLst>
                  <a:ext uri="{0D108BD9-81ED-4DB2-BD59-A6C34878D82A}">
                    <a16:rowId xmlns:a16="http://schemas.microsoft.com/office/drawing/2014/main" val="3399160376"/>
                  </a:ext>
                </a:extLst>
              </a:tr>
            </a:tbl>
          </a:graphicData>
        </a:graphic>
      </p:graphicFrame>
      <p:sp>
        <p:nvSpPr>
          <p:cNvPr id="4" name="Slide Number Placeholder 3">
            <a:extLst>
              <a:ext uri="{FF2B5EF4-FFF2-40B4-BE49-F238E27FC236}">
                <a16:creationId xmlns:a16="http://schemas.microsoft.com/office/drawing/2014/main" id="{6FEEF2FF-4364-5141-AAFD-95FD0D707521}"/>
              </a:ext>
            </a:extLst>
          </p:cNvPr>
          <p:cNvSpPr>
            <a:spLocks noGrp="1"/>
          </p:cNvSpPr>
          <p:nvPr>
            <p:ph type="sldNum" sz="quarter" idx="11"/>
          </p:nvPr>
        </p:nvSpPr>
        <p:spPr/>
        <p:txBody>
          <a:bodyPr/>
          <a:lstStyle/>
          <a:p>
            <a:fld id="{39A92189-4A1C-DB4D-A308-1760EA4C79C7}" type="slidenum">
              <a:rPr lang="en-GB" smtClean="0"/>
              <a:pPr/>
              <a:t>14</a:t>
            </a:fld>
            <a:endParaRPr lang="en-GB"/>
          </a:p>
        </p:txBody>
      </p:sp>
    </p:spTree>
    <p:extLst>
      <p:ext uri="{BB962C8B-B14F-4D97-AF65-F5344CB8AC3E}">
        <p14:creationId xmlns:p14="http://schemas.microsoft.com/office/powerpoint/2010/main" val="2777396541"/>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51134-0331-9A46-8CC8-096F63FB71F4}"/>
              </a:ext>
            </a:extLst>
          </p:cNvPr>
          <p:cNvSpPr>
            <a:spLocks noGrp="1"/>
          </p:cNvSpPr>
          <p:nvPr>
            <p:ph type="title"/>
          </p:nvPr>
        </p:nvSpPr>
        <p:spPr/>
        <p:txBody>
          <a:bodyPr/>
          <a:lstStyle/>
          <a:p>
            <a:r>
              <a:rPr lang="es-ES" dirty="0" err="1"/>
              <a:t>System</a:t>
            </a:r>
            <a:r>
              <a:rPr lang="es-ES" dirty="0"/>
              <a:t> </a:t>
            </a:r>
            <a:r>
              <a:rPr lang="es-ES" dirty="0" err="1"/>
              <a:t>overview</a:t>
            </a:r>
            <a:endParaRPr lang="es-ES" dirty="0"/>
          </a:p>
        </p:txBody>
      </p:sp>
      <p:pic>
        <p:nvPicPr>
          <p:cNvPr id="6" name="Content Placeholder 5">
            <a:extLst>
              <a:ext uri="{FF2B5EF4-FFF2-40B4-BE49-F238E27FC236}">
                <a16:creationId xmlns:a16="http://schemas.microsoft.com/office/drawing/2014/main" id="{766368A7-91F6-3047-A57E-C68922929097}"/>
              </a:ext>
            </a:extLst>
          </p:cNvPr>
          <p:cNvPicPr>
            <a:picLocks noGrp="1" noChangeAspect="1"/>
          </p:cNvPicPr>
          <p:nvPr>
            <p:ph idx="1"/>
          </p:nvPr>
        </p:nvPicPr>
        <p:blipFill>
          <a:blip r:embed="rId2"/>
          <a:stretch>
            <a:fillRect/>
          </a:stretch>
        </p:blipFill>
        <p:spPr>
          <a:xfrm>
            <a:off x="1579571" y="1828800"/>
            <a:ext cx="6289657" cy="4572000"/>
          </a:xfrm>
        </p:spPr>
      </p:pic>
      <p:sp>
        <p:nvSpPr>
          <p:cNvPr id="4" name="Slide Number Placeholder 3">
            <a:extLst>
              <a:ext uri="{FF2B5EF4-FFF2-40B4-BE49-F238E27FC236}">
                <a16:creationId xmlns:a16="http://schemas.microsoft.com/office/drawing/2014/main" id="{A7B1CA1A-14A1-BE43-AAE6-85BE1C6FFC87}"/>
              </a:ext>
            </a:extLst>
          </p:cNvPr>
          <p:cNvSpPr>
            <a:spLocks noGrp="1"/>
          </p:cNvSpPr>
          <p:nvPr>
            <p:ph type="sldNum" sz="quarter" idx="11"/>
          </p:nvPr>
        </p:nvSpPr>
        <p:spPr/>
        <p:txBody>
          <a:bodyPr/>
          <a:lstStyle/>
          <a:p>
            <a:fld id="{39A92189-4A1C-DB4D-A308-1760EA4C79C7}" type="slidenum">
              <a:rPr lang="en-GB" smtClean="0"/>
              <a:pPr/>
              <a:t>15</a:t>
            </a:fld>
            <a:endParaRPr lang="en-GB"/>
          </a:p>
        </p:txBody>
      </p:sp>
    </p:spTree>
    <p:extLst>
      <p:ext uri="{BB962C8B-B14F-4D97-AF65-F5344CB8AC3E}">
        <p14:creationId xmlns:p14="http://schemas.microsoft.com/office/powerpoint/2010/main" val="90721018"/>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35542-3400-8046-A530-E073F1291FB4}"/>
              </a:ext>
            </a:extLst>
          </p:cNvPr>
          <p:cNvSpPr>
            <a:spLocks noGrp="1"/>
          </p:cNvSpPr>
          <p:nvPr>
            <p:ph type="title"/>
          </p:nvPr>
        </p:nvSpPr>
        <p:spPr/>
        <p:txBody>
          <a:bodyPr/>
          <a:lstStyle/>
          <a:p>
            <a:r>
              <a:rPr lang="es-ES" dirty="0"/>
              <a:t>Referencias</a:t>
            </a:r>
          </a:p>
        </p:txBody>
      </p:sp>
      <p:sp>
        <p:nvSpPr>
          <p:cNvPr id="3" name="Content Placeholder 2">
            <a:extLst>
              <a:ext uri="{FF2B5EF4-FFF2-40B4-BE49-F238E27FC236}">
                <a16:creationId xmlns:a16="http://schemas.microsoft.com/office/drawing/2014/main" id="{AF4BA0CF-43E8-C64E-B021-401EE6876F48}"/>
              </a:ext>
            </a:extLst>
          </p:cNvPr>
          <p:cNvSpPr>
            <a:spLocks noGrp="1"/>
          </p:cNvSpPr>
          <p:nvPr>
            <p:ph idx="1"/>
          </p:nvPr>
        </p:nvSpPr>
        <p:spPr>
          <a:xfrm>
            <a:off x="914400" y="1828800"/>
            <a:ext cx="7690048" cy="4572000"/>
          </a:xfrm>
        </p:spPr>
        <p:txBody>
          <a:bodyPr/>
          <a:lstStyle/>
          <a:p>
            <a:r>
              <a:rPr lang="es-ES" dirty="0"/>
              <a:t>Descripción del modelo (1997)</a:t>
            </a:r>
          </a:p>
          <a:p>
            <a:pPr lvl="1"/>
            <a:r>
              <a:rPr lang="es-ES" dirty="0">
                <a:hlinkClick r:id="rId2"/>
              </a:rPr>
              <a:t>http://ccl.northwestern.edu/papers/wolfsheep.pdf</a:t>
            </a:r>
            <a:endParaRPr lang="es-ES" dirty="0"/>
          </a:p>
          <a:p>
            <a:pPr lvl="1"/>
            <a:endParaRPr lang="es-ES" dirty="0"/>
          </a:p>
          <a:p>
            <a:r>
              <a:rPr lang="es-ES" dirty="0"/>
              <a:t>Modelo implementado en </a:t>
            </a:r>
            <a:r>
              <a:rPr lang="es-ES" dirty="0" err="1"/>
              <a:t>NetLogo</a:t>
            </a:r>
            <a:r>
              <a:rPr lang="es-ES" dirty="0"/>
              <a:t>:</a:t>
            </a:r>
          </a:p>
          <a:p>
            <a:pPr lvl="1"/>
            <a:r>
              <a:rPr lang="es-ES" dirty="0">
                <a:hlinkClick r:id="rId3"/>
              </a:rPr>
              <a:t>http://modelingcommons.org/browse/one_model/1390#model_tabs_browse_nlw</a:t>
            </a:r>
            <a:endParaRPr lang="es-ES" dirty="0"/>
          </a:p>
          <a:p>
            <a:pPr lvl="1"/>
            <a:endParaRPr lang="es-ES" dirty="0"/>
          </a:p>
          <a:p>
            <a:r>
              <a:rPr lang="es-ES" dirty="0"/>
              <a:t>Modelo implementado en </a:t>
            </a:r>
            <a:r>
              <a:rPr lang="es-ES" dirty="0" err="1"/>
              <a:t>Repast</a:t>
            </a:r>
            <a:endParaRPr lang="es-ES" dirty="0"/>
          </a:p>
          <a:p>
            <a:pPr lvl="1"/>
            <a:r>
              <a:rPr lang="es-ES" dirty="0">
                <a:hlinkClick r:id="rId4"/>
              </a:rPr>
              <a:t>https://repast.github.io/download.html</a:t>
            </a:r>
            <a:endParaRPr lang="es-ES" dirty="0"/>
          </a:p>
          <a:p>
            <a:pPr lvl="1"/>
            <a:r>
              <a:rPr lang="es-ES" dirty="0"/>
              <a:t>Hay que descargar </a:t>
            </a:r>
            <a:r>
              <a:rPr lang="es-ES" dirty="0" err="1"/>
              <a:t>Repast</a:t>
            </a:r>
            <a:r>
              <a:rPr lang="es-ES" dirty="0"/>
              <a:t>, instalarlo (está basado en Eclipse) y cargar el proyecto </a:t>
            </a:r>
            <a:r>
              <a:rPr lang="es-ES" dirty="0" err="1"/>
              <a:t>PredatorPrey</a:t>
            </a:r>
            <a:endParaRPr lang="es-ES" dirty="0"/>
          </a:p>
          <a:p>
            <a:pPr lvl="1"/>
            <a:r>
              <a:rPr lang="es-ES" dirty="0"/>
              <a:t>Al ejecutar se carga una GUI para lanzar el modelo y manipularlo</a:t>
            </a:r>
          </a:p>
          <a:p>
            <a:pPr lvl="1"/>
            <a:endParaRPr lang="es-ES" dirty="0"/>
          </a:p>
          <a:p>
            <a:endParaRPr lang="es-ES" dirty="0"/>
          </a:p>
        </p:txBody>
      </p:sp>
      <p:sp>
        <p:nvSpPr>
          <p:cNvPr id="4" name="Slide Number Placeholder 3">
            <a:extLst>
              <a:ext uri="{FF2B5EF4-FFF2-40B4-BE49-F238E27FC236}">
                <a16:creationId xmlns:a16="http://schemas.microsoft.com/office/drawing/2014/main" id="{0A812B0B-1B56-D44A-902B-1E83D2F9E248}"/>
              </a:ext>
            </a:extLst>
          </p:cNvPr>
          <p:cNvSpPr>
            <a:spLocks noGrp="1"/>
          </p:cNvSpPr>
          <p:nvPr>
            <p:ph type="sldNum" sz="quarter" idx="11"/>
          </p:nvPr>
        </p:nvSpPr>
        <p:spPr/>
        <p:txBody>
          <a:bodyPr/>
          <a:lstStyle/>
          <a:p>
            <a:fld id="{39A92189-4A1C-DB4D-A308-1760EA4C79C7}" type="slidenum">
              <a:rPr lang="en-GB" smtClean="0"/>
              <a:pPr/>
              <a:t>16</a:t>
            </a:fld>
            <a:endParaRPr lang="en-GB"/>
          </a:p>
        </p:txBody>
      </p:sp>
    </p:spTree>
    <p:extLst>
      <p:ext uri="{BB962C8B-B14F-4D97-AF65-F5344CB8AC3E}">
        <p14:creationId xmlns:p14="http://schemas.microsoft.com/office/powerpoint/2010/main" val="3930243722"/>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2"/>
          <p:cNvSpPr>
            <a:spLocks noGrp="1"/>
          </p:cNvSpPr>
          <p:nvPr>
            <p:ph type="sldNum" sz="quarter" idx="11"/>
          </p:nvPr>
        </p:nvSpPr>
        <p:spPr/>
        <p:txBody>
          <a:bodyPr/>
          <a:lstStyle/>
          <a:p>
            <a:fld id="{82FB2B51-DCE5-FF4A-AE24-D515E37E97E0}" type="slidenum">
              <a:rPr lang="en-GB"/>
              <a:pPr/>
              <a:t>17</a:t>
            </a:fld>
            <a:endParaRPr lang="en-GB"/>
          </a:p>
        </p:txBody>
      </p:sp>
      <p:pic>
        <p:nvPicPr>
          <p:cNvPr id="451595" name="Picture 6" descr="D:\downloads\DropBox\My Dropbox\Logo KEML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438" y="1516063"/>
            <a:ext cx="7058025" cy="241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p:cNvSpPr txBox="1">
            <a:spLocks noChangeArrowheads="1"/>
          </p:cNvSpPr>
          <p:nvPr/>
        </p:nvSpPr>
        <p:spPr>
          <a:xfrm>
            <a:off x="1691680" y="4221088"/>
            <a:ext cx="6369050" cy="1743075"/>
          </a:xfrm>
          <a:prstGeom prst="rect">
            <a:avLst/>
          </a:prstGeom>
        </p:spPr>
        <p:txBody>
          <a:bodyPr/>
          <a:lstStyle>
            <a:lvl1pPr marL="342900" indent="-342900" algn="l" defTabSz="762000" rtl="0" eaLnBrk="0" fontAlgn="base" hangingPunct="0">
              <a:spcBef>
                <a:spcPct val="30000"/>
              </a:spcBef>
              <a:spcAft>
                <a:spcPct val="0"/>
              </a:spcAft>
              <a:buClr>
                <a:srgbClr val="990033"/>
              </a:buClr>
              <a:buSzPct val="75000"/>
              <a:buFont typeface="Wingdings" charset="0"/>
              <a:buChar char="l"/>
              <a:defRPr sz="2200">
                <a:solidFill>
                  <a:schemeClr val="tx1"/>
                </a:solidFill>
                <a:latin typeface="+mn-lt"/>
                <a:ea typeface="+mn-ea"/>
                <a:cs typeface="+mn-cs"/>
              </a:defRPr>
            </a:lvl1pPr>
            <a:lvl2pPr marL="742950" indent="-285750" algn="l" defTabSz="762000" rtl="0" eaLnBrk="0" fontAlgn="base" hangingPunct="0">
              <a:spcBef>
                <a:spcPct val="20000"/>
              </a:spcBef>
              <a:spcAft>
                <a:spcPct val="0"/>
              </a:spcAft>
              <a:buClr>
                <a:srgbClr val="006699"/>
              </a:buClr>
              <a:buSzPct val="65000"/>
              <a:buFont typeface="Wingdings" charset="0"/>
              <a:buChar char="n"/>
              <a:defRPr sz="2000">
                <a:solidFill>
                  <a:schemeClr val="tx1"/>
                </a:solidFill>
                <a:latin typeface="+mn-lt"/>
                <a:ea typeface="Tahoma" charset="0"/>
                <a:cs typeface="+mn-cs"/>
              </a:defRPr>
            </a:lvl2pPr>
            <a:lvl3pPr marL="1143000" indent="-228600" algn="l" defTabSz="762000" rtl="0" eaLnBrk="0" fontAlgn="base" hangingPunct="0">
              <a:spcBef>
                <a:spcPct val="20000"/>
              </a:spcBef>
              <a:spcAft>
                <a:spcPct val="0"/>
              </a:spcAft>
              <a:buClr>
                <a:srgbClr val="FF0000"/>
              </a:buClr>
              <a:buSzPct val="60000"/>
              <a:buFont typeface="Monotype Sorts" charset="0"/>
              <a:buChar char="u"/>
              <a:defRPr>
                <a:solidFill>
                  <a:schemeClr val="tx1"/>
                </a:solidFill>
                <a:latin typeface="+mn-lt"/>
                <a:ea typeface="Tahoma" charset="0"/>
                <a:cs typeface="+mn-cs"/>
              </a:defRPr>
            </a:lvl3pPr>
            <a:lvl4pPr marL="1600200" indent="-228600" algn="l" defTabSz="762000" rtl="0" eaLnBrk="0" fontAlgn="base" hangingPunct="0">
              <a:spcBef>
                <a:spcPct val="20000"/>
              </a:spcBef>
              <a:spcAft>
                <a:spcPct val="0"/>
              </a:spcAft>
              <a:buClr>
                <a:srgbClr val="660066"/>
              </a:buClr>
              <a:buSzPct val="60000"/>
              <a:buFont typeface="Monotype Sorts" charset="0"/>
              <a:buChar char="t"/>
              <a:defRPr sz="1600">
                <a:solidFill>
                  <a:schemeClr val="tx1"/>
                </a:solidFill>
                <a:latin typeface="+mn-lt"/>
                <a:ea typeface="Tahoma" charset="0"/>
                <a:cs typeface="+mn-cs"/>
              </a:defRPr>
            </a:lvl4pPr>
            <a:lvl5pPr marL="2057400" indent="-228600" algn="l" defTabSz="762000" rtl="0" eaLnBrk="0" fontAlgn="base" hangingPunct="0">
              <a:spcBef>
                <a:spcPct val="20000"/>
              </a:spcBef>
              <a:spcAft>
                <a:spcPct val="0"/>
              </a:spcAft>
              <a:buClr>
                <a:srgbClr val="003399"/>
              </a:buClr>
              <a:buSzPct val="60000"/>
              <a:buChar char="–"/>
              <a:defRPr sz="1400">
                <a:solidFill>
                  <a:schemeClr val="tx1"/>
                </a:solidFill>
                <a:latin typeface="+mn-lt"/>
                <a:ea typeface="Tahoma" charset="0"/>
                <a:cs typeface="+mn-cs"/>
              </a:defRPr>
            </a:lvl5pPr>
            <a:lvl6pPr marL="2514600" indent="-228600" algn="l" defTabSz="762000" rtl="0" eaLnBrk="0" fontAlgn="base" hangingPunct="0">
              <a:spcBef>
                <a:spcPct val="20000"/>
              </a:spcBef>
              <a:spcAft>
                <a:spcPct val="0"/>
              </a:spcAft>
              <a:buClr>
                <a:srgbClr val="003399"/>
              </a:buClr>
              <a:buSzPct val="60000"/>
              <a:buChar char="–"/>
              <a:defRPr sz="1400">
                <a:solidFill>
                  <a:schemeClr val="tx1"/>
                </a:solidFill>
                <a:latin typeface="+mn-lt"/>
                <a:ea typeface="Tahoma" charset="0"/>
                <a:cs typeface="+mn-cs"/>
              </a:defRPr>
            </a:lvl6pPr>
            <a:lvl7pPr marL="2971800" indent="-228600" algn="l" defTabSz="762000" rtl="0" eaLnBrk="0" fontAlgn="base" hangingPunct="0">
              <a:spcBef>
                <a:spcPct val="20000"/>
              </a:spcBef>
              <a:spcAft>
                <a:spcPct val="0"/>
              </a:spcAft>
              <a:buClr>
                <a:srgbClr val="003399"/>
              </a:buClr>
              <a:buSzPct val="60000"/>
              <a:buChar char="–"/>
              <a:defRPr sz="1400">
                <a:solidFill>
                  <a:schemeClr val="tx1"/>
                </a:solidFill>
                <a:latin typeface="+mn-lt"/>
                <a:ea typeface="Tahoma" charset="0"/>
                <a:cs typeface="+mn-cs"/>
              </a:defRPr>
            </a:lvl7pPr>
            <a:lvl8pPr marL="3429000" indent="-228600" algn="l" defTabSz="762000" rtl="0" eaLnBrk="0" fontAlgn="base" hangingPunct="0">
              <a:spcBef>
                <a:spcPct val="20000"/>
              </a:spcBef>
              <a:spcAft>
                <a:spcPct val="0"/>
              </a:spcAft>
              <a:buClr>
                <a:srgbClr val="003399"/>
              </a:buClr>
              <a:buSzPct val="60000"/>
              <a:buChar char="–"/>
              <a:defRPr sz="1400">
                <a:solidFill>
                  <a:schemeClr val="tx1"/>
                </a:solidFill>
                <a:latin typeface="+mn-lt"/>
                <a:ea typeface="Tahoma" charset="0"/>
                <a:cs typeface="+mn-cs"/>
              </a:defRPr>
            </a:lvl8pPr>
            <a:lvl9pPr marL="3886200" indent="-228600" algn="l" defTabSz="762000" rtl="0" eaLnBrk="0" fontAlgn="base" hangingPunct="0">
              <a:spcBef>
                <a:spcPct val="20000"/>
              </a:spcBef>
              <a:spcAft>
                <a:spcPct val="0"/>
              </a:spcAft>
              <a:buClr>
                <a:srgbClr val="003399"/>
              </a:buClr>
              <a:buSzPct val="60000"/>
              <a:buChar char="–"/>
              <a:defRPr sz="1400">
                <a:solidFill>
                  <a:schemeClr val="tx1"/>
                </a:solidFill>
                <a:latin typeface="+mn-lt"/>
                <a:ea typeface="Tahoma" charset="0"/>
                <a:cs typeface="+mn-cs"/>
              </a:defRPr>
            </a:lvl9pPr>
          </a:lstStyle>
          <a:p>
            <a:pPr marL="0" indent="0" algn="ctr">
              <a:buNone/>
            </a:pPr>
            <a:r>
              <a:rPr lang="es-ES_tradnl" sz="2000" dirty="0"/>
              <a:t>Ulises Cortés, Luis Oliva Felipe</a:t>
            </a:r>
          </a:p>
          <a:p>
            <a:pPr marL="0" indent="0" algn="ctr">
              <a:lnSpc>
                <a:spcPct val="160000"/>
              </a:lnSpc>
              <a:buNone/>
            </a:pPr>
            <a:r>
              <a:rPr lang="es-ES" sz="1600" dirty="0"/>
              <a:t>{</a:t>
            </a:r>
            <a:r>
              <a:rPr lang="es-ES" sz="1600" dirty="0" err="1"/>
              <a:t>ia,loliva</a:t>
            </a:r>
            <a:r>
              <a:rPr lang="es-ES" sz="1600" dirty="0"/>
              <a:t>}@</a:t>
            </a:r>
            <a:r>
              <a:rPr lang="es-ES" sz="1600" dirty="0" err="1"/>
              <a:t>cs.upc.edu</a:t>
            </a:r>
            <a:endParaRPr lang="es-ES" sz="1600" dirty="0"/>
          </a:p>
          <a:p>
            <a:pPr marL="0" indent="0" algn="ctr">
              <a:lnSpc>
                <a:spcPct val="160000"/>
              </a:lnSpc>
              <a:buNone/>
            </a:pPr>
            <a:r>
              <a:rPr lang="es-ES" sz="1600" dirty="0"/>
              <a:t>http://</a:t>
            </a:r>
            <a:r>
              <a:rPr lang="es-ES" sz="1600" dirty="0" err="1"/>
              <a:t>www.lsi.upc.edu</a:t>
            </a:r>
            <a:r>
              <a:rPr lang="es-ES" sz="1600" dirty="0"/>
              <a:t>/~</a:t>
            </a:r>
            <a:r>
              <a:rPr lang="es-ES_tradnl" sz="1400" b="1" noProof="1"/>
              <a:t>{ia,loliva}</a:t>
            </a:r>
            <a:endParaRPr lang="es-ES" sz="1600" dirty="0"/>
          </a:p>
          <a:p>
            <a:pPr marL="0" indent="0" algn="ctr">
              <a:lnSpc>
                <a:spcPct val="160000"/>
              </a:lnSpc>
              <a:buNone/>
            </a:pPr>
            <a:r>
              <a:rPr lang="es-ES" sz="1600" dirty="0"/>
              <a:t>2018</a:t>
            </a:r>
            <a:endParaRPr lang="es-ES_tradnl" sz="1600" dirty="0"/>
          </a:p>
        </p:txBody>
      </p:sp>
    </p:spTree>
  </p:cSld>
  <p:clrMapOvr>
    <a:masterClrMapping/>
  </p:clrMapOvr>
  <p:transition spd="slow"/>
</p:sld>
</file>

<file path=ppt/theme/theme1.xml><?xml version="1.0" encoding="utf-8"?>
<a:theme xmlns:a="http://schemas.openxmlformats.org/drawingml/2006/main" name="KEMLg">
  <a:themeElements>
    <a:clrScheme name="KEMLg 8">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0000FF"/>
      </a:hlink>
      <a:folHlink>
        <a:srgbClr val="CECECE"/>
      </a:folHlink>
    </a:clrScheme>
    <a:fontScheme name="KEMLg">
      <a:majorFont>
        <a:latin typeface="Tahoma"/>
        <a:ea typeface="ＭＳ Ｐゴシック"/>
        <a:cs typeface="Tahoma"/>
      </a:majorFont>
      <a:minorFont>
        <a:latin typeface="Tahoma"/>
        <a:ea typeface="ＭＳ Ｐゴシック"/>
        <a:cs typeface="Taho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CC99"/>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s-ES_tradnl" sz="1200" b="0" i="0" u="none" strike="noStrike" cap="none" normalizeH="0" baseline="0">
            <a:ln>
              <a:noFill/>
            </a:ln>
            <a:solidFill>
              <a:schemeClr val="tx1"/>
            </a:solidFill>
            <a:effectLst/>
            <a:latin typeface="Arial" charset="0"/>
            <a:ea typeface="ＭＳ Ｐゴシック" charset="0"/>
          </a:defRPr>
        </a:defPPr>
      </a:lstStyle>
    </a:spDef>
    <a:lnDef>
      <a:spPr bwMode="auto">
        <a:xfrm>
          <a:off x="0" y="0"/>
          <a:ext cx="1" cy="1"/>
        </a:xfrm>
        <a:custGeom>
          <a:avLst/>
          <a:gdLst/>
          <a:ahLst/>
          <a:cxnLst/>
          <a:rect l="0" t="0" r="0" b="0"/>
          <a:pathLst/>
        </a:custGeom>
        <a:solidFill>
          <a:srgbClr val="FFCC99"/>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s-ES_tradnl" sz="1200" b="0" i="0" u="none" strike="noStrike" cap="none" normalizeH="0" baseline="0">
            <a:ln>
              <a:noFill/>
            </a:ln>
            <a:solidFill>
              <a:schemeClr val="tx1"/>
            </a:solidFill>
            <a:effectLst/>
            <a:latin typeface="Arial" charset="0"/>
            <a:ea typeface="ＭＳ Ｐゴシック" charset="0"/>
          </a:defRPr>
        </a:defPPr>
      </a:lstStyle>
    </a:lnDef>
  </a:objectDefaults>
  <a:extraClrSchemeLst>
    <a:extraClrScheme>
      <a:clrScheme name="KEMLg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KEMLg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KEMLg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KEMLg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KEMLg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KEMLg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KEMLg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KEMLg 8">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0000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23490</TotalTime>
  <Pages>63</Pages>
  <Words>710</Words>
  <Application>Microsoft Macintosh PowerPoint</Application>
  <PresentationFormat>On-screen Show (4:3)</PresentationFormat>
  <Paragraphs>128</Paragraphs>
  <Slides>17</Slides>
  <Notes>6</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5" baseType="lpstr">
      <vt:lpstr>ＭＳ Ｐゴシック</vt:lpstr>
      <vt:lpstr>Arial</vt:lpstr>
      <vt:lpstr>Monotype Sorts</vt:lpstr>
      <vt:lpstr>Tahoma</vt:lpstr>
      <vt:lpstr>Times New Roman</vt:lpstr>
      <vt:lpstr>Wingdings</vt:lpstr>
      <vt:lpstr>KEMLg</vt:lpstr>
      <vt:lpstr>Image</vt:lpstr>
      <vt:lpstr>Ejemplo</vt:lpstr>
      <vt:lpstr>Especificación del sistema</vt:lpstr>
      <vt:lpstr>Descripción inicial del sistema</vt:lpstr>
      <vt:lpstr>Actores</vt:lpstr>
      <vt:lpstr>Escenarios</vt:lpstr>
      <vt:lpstr>Goals</vt:lpstr>
      <vt:lpstr>Iteramos sobres escenarios</vt:lpstr>
      <vt:lpstr>Analysis overview enriquecido</vt:lpstr>
      <vt:lpstr>Roles</vt:lpstr>
      <vt:lpstr>Tabla resumen</vt:lpstr>
      <vt:lpstr>Descripción de los escenarios</vt:lpstr>
      <vt:lpstr>Diseño arquitectónico</vt:lpstr>
      <vt:lpstr>Identificación de agentes</vt:lpstr>
      <vt:lpstr>Descriptores de agentes</vt:lpstr>
      <vt:lpstr>System overview</vt:lpstr>
      <vt:lpstr>Referencias</vt:lpstr>
      <vt:lpstr>PowerPoint Presentation</vt:lpstr>
    </vt:vector>
  </TitlesOfParts>
  <Company>KEMLG-UPC</Company>
  <LinksUpToDate>false</LinksUpToDate>
  <SharedDoc>false</SharedDoc>
  <HyperlinksChanged>false</HyperlinksChanged>
  <AppVersion>16.0012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 título de diapositiva</dc:title>
  <dc:subject>Curs-Doctorat- SISPD</dc:subject>
  <dc:creator>Miquel Sànchez i Marrè</dc:creator>
  <dc:description>2003</dc:description>
  <cp:lastModifiedBy>Luis Oliva-Felipe</cp:lastModifiedBy>
  <cp:revision>637</cp:revision>
  <cp:lastPrinted>2018-04-16T06:11:28Z</cp:lastPrinted>
  <dcterms:created xsi:type="dcterms:W3CDTF">2002-03-05T14:15:09Z</dcterms:created>
  <dcterms:modified xsi:type="dcterms:W3CDTF">2018-05-14T00:52:32Z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2</vt:i4>
  </property>
  <property fmtid="{D5CDD505-2E9C-101B-9397-08002B2CF9AE}" pid="4" name="Compression">
    <vt:i4>100</vt:i4>
  </property>
  <property fmtid="{D5CDD505-2E9C-101B-9397-08002B2CF9AE}" pid="5" name="ScreenSize">
    <vt:i4>1</vt:i4>
  </property>
  <property fmtid="{D5CDD505-2E9C-101B-9397-08002B2CF9AE}" pid="6" name="ScreenUsage">
    <vt:i4>2</vt:i4>
  </property>
  <property fmtid="{D5CDD505-2E9C-101B-9397-08002B2CF9AE}" pid="7" name="MailAddress">
    <vt:lpwstr/>
  </property>
  <property fmtid="{D5CDD505-2E9C-101B-9397-08002B2CF9AE}" pid="8" name="HomePage">
    <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3</vt:i4>
  </property>
  <property fmtid="{D5CDD505-2E9C-101B-9397-08002B2CF9AE}" pid="21" name="OutputDir">
    <vt:lpwstr>C:\temp\pre</vt:lpwstr>
  </property>
</Properties>
</file>